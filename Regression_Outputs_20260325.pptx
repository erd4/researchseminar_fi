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customXml/itemProps12.xml" ContentType="application/vnd.openxmlformats-officedocument.customXmlProperties+xml"/>
  <Override PartName="/customXml/itemProps1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4"/>
  </p:sldMasterIdLst>
  <p:notesMasterIdLst>
    <p:notesMasterId r:id="rId22"/>
  </p:notesMasterIdLst>
  <p:handoutMasterIdLst>
    <p:handoutMasterId r:id="rId23"/>
  </p:handoutMasterIdLst>
  <p:sldIdLst>
    <p:sldId id="299" r:id="rId15"/>
    <p:sldId id="339" r:id="rId16"/>
    <p:sldId id="343" r:id="rId17"/>
    <p:sldId id="341" r:id="rId18"/>
    <p:sldId id="340" r:id="rId19"/>
    <p:sldId id="344" r:id="rId20"/>
    <p:sldId id="342" r:id="rId21"/>
  </p:sldIdLst>
  <p:sldSz cx="9144000" cy="5143500" type="screen16x9"/>
  <p:notesSz cx="6858000" cy="9144000"/>
  <p:custDataLst>
    <p:tags r:id="rId24"/>
  </p:custDataLst>
  <p:defaultTextStyle>
    <a:defPPr>
      <a:defRPr lang="de-D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A5AF"/>
    <a:srgbClr val="00802F"/>
    <a:srgbClr val="0A5F2D"/>
    <a:srgbClr val="FFF693"/>
    <a:srgbClr val="BFDFCB"/>
    <a:srgbClr val="E1D7C3"/>
    <a:srgbClr val="2C5F2D"/>
    <a:srgbClr val="E31C3D"/>
    <a:srgbClr val="F46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4CC462-648F-9B15-C7A6-DECCBE46D164}" v="42" dt="2026-03-25T10:17:23.172"/>
    <p1510:client id="{709CE6C2-1DE6-E94B-8D77-92D376F360E7}" v="94" dt="2026-03-25T10:29:36.638"/>
    <p1510:client id="{C3CA361B-6B98-8027-500E-0A5135D405E4}" v="19" dt="2026-03-25T10:19:02.696"/>
    <p1510:client id="{C46CF089-348F-4442-B66B-1C72B4B9A5A7}" v="193" dt="2026-03-25T10:31:39.595"/>
  </p1510:revLst>
</p1510:revInfo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43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8.xml"/><Relationship Id="rId13" Type="http://schemas.openxmlformats.org/officeDocument/2006/relationships/customXml" Target="../customXml/item13.xml"/><Relationship Id="rId18" Type="http://schemas.openxmlformats.org/officeDocument/2006/relationships/slide" Target="slides/slide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7.xml"/><Relationship Id="rId7" Type="http://schemas.openxmlformats.org/officeDocument/2006/relationships/customXml" Target="../customXml/item7.xml"/><Relationship Id="rId12" Type="http://schemas.openxmlformats.org/officeDocument/2006/relationships/customXml" Target="../customXml/item12.xml"/><Relationship Id="rId17" Type="http://schemas.openxmlformats.org/officeDocument/2006/relationships/slide" Target="slides/slide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customXml" Target="../customXml/item11.xml"/><Relationship Id="rId24" Type="http://schemas.openxmlformats.org/officeDocument/2006/relationships/tags" Target="tags/tag1.xml"/><Relationship Id="rId5" Type="http://schemas.openxmlformats.org/officeDocument/2006/relationships/customXml" Target="../customXml/item5.xml"/><Relationship Id="rId15" Type="http://schemas.openxmlformats.org/officeDocument/2006/relationships/slide" Target="slides/slide1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customXml" Target="../customXml/item10.xml"/><Relationship Id="rId19" Type="http://schemas.openxmlformats.org/officeDocument/2006/relationships/slide" Target="slides/slide5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Master" Target="slideMasters/slideMaster1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ël Brühlmann" userId="a48aa7f166e0d6d6" providerId="LiveId" clId="{F44A61B2-5450-4A65-A8F7-FA08989C7149}"/>
    <pc:docChg chg="undo custSel addSld delSld modSld sldOrd">
      <pc:chgData name="Noël Brühlmann" userId="a48aa7f166e0d6d6" providerId="LiveId" clId="{F44A61B2-5450-4A65-A8F7-FA08989C7149}" dt="2026-03-15T19:32:46.563" v="2888" actId="404"/>
      <pc:docMkLst>
        <pc:docMk/>
      </pc:docMkLst>
      <pc:sldChg chg="modSp mod">
        <pc:chgData name="Noël Brühlmann" userId="a48aa7f166e0d6d6" providerId="LiveId" clId="{F44A61B2-5450-4A65-A8F7-FA08989C7149}" dt="2026-03-15T18:24:50.218" v="704" actId="299"/>
        <pc:sldMkLst>
          <pc:docMk/>
          <pc:sldMk cId="2598718408" sldId="299"/>
        </pc:sldMkLst>
        <pc:spChg chg="mod">
          <ac:chgData name="Noël Brühlmann" userId="a48aa7f166e0d6d6" providerId="LiveId" clId="{F44A61B2-5450-4A65-A8F7-FA08989C7149}" dt="2026-03-15T18:24:50.218" v="704" actId="299"/>
          <ac:spMkLst>
            <pc:docMk/>
            <pc:sldMk cId="2598718408" sldId="299"/>
            <ac:spMk id="2" creationId="{D80DA267-FE76-AC4A-F116-66E2ADC23EA2}"/>
          </ac:spMkLst>
        </pc:spChg>
        <pc:spChg chg="mod">
          <ac:chgData name="Noël Brühlmann" userId="a48aa7f166e0d6d6" providerId="LiveId" clId="{F44A61B2-5450-4A65-A8F7-FA08989C7149}" dt="2026-03-15T18:12:52.509" v="45" actId="20577"/>
          <ac:spMkLst>
            <pc:docMk/>
            <pc:sldMk cId="2598718408" sldId="299"/>
            <ac:spMk id="3" creationId="{18DB647C-51AF-7D10-406E-85F1508DE80F}"/>
          </ac:spMkLst>
        </pc:spChg>
      </pc:sldChg>
      <pc:sldMasterChg chg="delSldLayout">
        <pc:chgData name="Noël Brühlmann" userId="a48aa7f166e0d6d6" providerId="LiveId" clId="{F44A61B2-5450-4A65-A8F7-FA08989C7149}" dt="2026-03-15T18:13:10.670" v="48" actId="47"/>
        <pc:sldMasterMkLst>
          <pc:docMk/>
          <pc:sldMasterMk cId="4246037650" sldId="2147483660"/>
        </pc:sldMasterMkLst>
      </pc:sldMasterChg>
    </pc:docChg>
  </pc:docChgLst>
  <pc:docChgLst>
    <pc:chgData name="Bruehlmann, Noel" userId="b9a2743c-8098-4e2e-a1f0-b3a2a0076be3" providerId="ADAL" clId="{F44A61B2-5450-4A65-A8F7-FA08989C7149}"/>
    <pc:docChg chg="undo redo custSel addSld delSld modSld sldOrd">
      <pc:chgData name="Bruehlmann, Noel" userId="b9a2743c-8098-4e2e-a1f0-b3a2a0076be3" providerId="ADAL" clId="{F44A61B2-5450-4A65-A8F7-FA08989C7149}" dt="2026-03-25T10:31:39.595" v="7918" actId="299"/>
      <pc:docMkLst>
        <pc:docMk/>
      </pc:docMkLst>
      <pc:sldChg chg="addSp delSp modSp add mod">
        <pc:chgData name="Bruehlmann, Noel" userId="b9a2743c-8098-4e2e-a1f0-b3a2a0076be3" providerId="ADAL" clId="{F44A61B2-5450-4A65-A8F7-FA08989C7149}" dt="2026-03-17T19:12:59.491" v="6113" actId="20577"/>
        <pc:sldMkLst>
          <pc:docMk/>
          <pc:sldMk cId="69781974" sldId="339"/>
        </pc:sldMkLst>
        <pc:spChg chg="mod">
          <ac:chgData name="Bruehlmann, Noel" userId="b9a2743c-8098-4e2e-a1f0-b3a2a0076be3" providerId="ADAL" clId="{F44A61B2-5450-4A65-A8F7-FA08989C7149}" dt="2026-03-17T18:19:33.790" v="3818" actId="299"/>
          <ac:spMkLst>
            <pc:docMk/>
            <pc:sldMk cId="69781974" sldId="339"/>
            <ac:spMk id="2" creationId="{B1D3D6CC-AA86-06C4-16EA-890367B90588}"/>
          </ac:spMkLst>
        </pc:spChg>
        <pc:spChg chg="add mod">
          <ac:chgData name="Bruehlmann, Noel" userId="b9a2743c-8098-4e2e-a1f0-b3a2a0076be3" providerId="ADAL" clId="{F44A61B2-5450-4A65-A8F7-FA08989C7149}" dt="2026-03-17T19:12:59.491" v="6113" actId="20577"/>
          <ac:spMkLst>
            <pc:docMk/>
            <pc:sldMk cId="69781974" sldId="339"/>
            <ac:spMk id="18" creationId="{3ACF757B-F44B-54BE-B443-3FD30F746C33}"/>
          </ac:spMkLst>
        </pc:spChg>
        <pc:graphicFrameChg chg="add mod ord modVis">
          <ac:chgData name="Bruehlmann, Noel" userId="b9a2743c-8098-4e2e-a1f0-b3a2a0076be3" providerId="ADAL" clId="{F44A61B2-5450-4A65-A8F7-FA08989C7149}" dt="2026-03-17T18:19:30.044" v="3800"/>
          <ac:graphicFrameMkLst>
            <pc:docMk/>
            <pc:sldMk cId="69781974" sldId="339"/>
            <ac:graphicFrameMk id="17" creationId="{12818CC1-7600-82BC-5D72-A5A11C542DEB}"/>
          </ac:graphicFrameMkLst>
        </pc:graphicFrameChg>
      </pc:sldChg>
      <pc:sldChg chg="addSp delSp modSp add mod">
        <pc:chgData name="Bruehlmann, Noel" userId="b9a2743c-8098-4e2e-a1f0-b3a2a0076be3" providerId="ADAL" clId="{F44A61B2-5450-4A65-A8F7-FA08989C7149}" dt="2026-03-25T10:31:13.981" v="7880" actId="1038"/>
        <pc:sldMkLst>
          <pc:docMk/>
          <pc:sldMk cId="2920151841" sldId="340"/>
        </pc:sldMkLst>
        <pc:spChg chg="mod">
          <ac:chgData name="Bruehlmann, Noel" userId="b9a2743c-8098-4e2e-a1f0-b3a2a0076be3" providerId="ADAL" clId="{F44A61B2-5450-4A65-A8F7-FA08989C7149}" dt="2026-03-25T10:26:58.321" v="7856" actId="299"/>
          <ac:spMkLst>
            <pc:docMk/>
            <pc:sldMk cId="2920151841" sldId="340"/>
            <ac:spMk id="2" creationId="{0B30DD3F-C1DF-CC3F-1E41-010C8ADE5324}"/>
          </ac:spMkLst>
        </pc:spChg>
        <pc:spChg chg="del">
          <ac:chgData name="Bruehlmann, Noel" userId="b9a2743c-8098-4e2e-a1f0-b3a2a0076be3" providerId="ADAL" clId="{F44A61B2-5450-4A65-A8F7-FA08989C7149}" dt="2026-03-25T10:24:21.345" v="7786" actId="478"/>
          <ac:spMkLst>
            <pc:docMk/>
            <pc:sldMk cId="2920151841" sldId="340"/>
            <ac:spMk id="5" creationId="{28969C25-AA7F-2D0F-DD54-1FF43AF4ECEA}"/>
          </ac:spMkLst>
        </pc:spChg>
        <pc:spChg chg="add mod">
          <ac:chgData name="Bruehlmann, Noel" userId="b9a2743c-8098-4e2e-a1f0-b3a2a0076be3" providerId="ADAL" clId="{F44A61B2-5450-4A65-A8F7-FA08989C7149}" dt="2026-03-25T10:26:36.570" v="7847"/>
          <ac:spMkLst>
            <pc:docMk/>
            <pc:sldMk cId="2920151841" sldId="340"/>
            <ac:spMk id="8" creationId="{24C3D122-F011-A86B-AB2B-77BD39E8EE85}"/>
          </ac:spMkLst>
        </pc:spChg>
        <pc:spChg chg="del">
          <ac:chgData name="Bruehlmann, Noel" userId="b9a2743c-8098-4e2e-a1f0-b3a2a0076be3" providerId="ADAL" clId="{F44A61B2-5450-4A65-A8F7-FA08989C7149}" dt="2026-03-25T10:24:17.897" v="7785" actId="478"/>
          <ac:spMkLst>
            <pc:docMk/>
            <pc:sldMk cId="2920151841" sldId="340"/>
            <ac:spMk id="9" creationId="{6D984EDF-6830-ACCA-1D3C-AB0E13395080}"/>
          </ac:spMkLst>
        </pc:spChg>
        <pc:spChg chg="add mod">
          <ac:chgData name="Bruehlmann, Noel" userId="b9a2743c-8098-4e2e-a1f0-b3a2a0076be3" providerId="ADAL" clId="{F44A61B2-5450-4A65-A8F7-FA08989C7149}" dt="2026-03-25T10:26:36.570" v="7847"/>
          <ac:spMkLst>
            <pc:docMk/>
            <pc:sldMk cId="2920151841" sldId="340"/>
            <ac:spMk id="10" creationId="{61E0F3EA-1AE3-CDB7-4BF0-84FFE0618F74}"/>
          </ac:spMkLst>
        </pc:spChg>
        <pc:spChg chg="add mod">
          <ac:chgData name="Bruehlmann, Noel" userId="b9a2743c-8098-4e2e-a1f0-b3a2a0076be3" providerId="ADAL" clId="{F44A61B2-5450-4A65-A8F7-FA08989C7149}" dt="2026-03-25T10:26:36.570" v="7847"/>
          <ac:spMkLst>
            <pc:docMk/>
            <pc:sldMk cId="2920151841" sldId="340"/>
            <ac:spMk id="11" creationId="{F75AC202-F1BC-AB4D-70DE-773A814C8952}"/>
          </ac:spMkLst>
        </pc:spChg>
        <pc:spChg chg="del">
          <ac:chgData name="Bruehlmann, Noel" userId="b9a2743c-8098-4e2e-a1f0-b3a2a0076be3" providerId="ADAL" clId="{F44A61B2-5450-4A65-A8F7-FA08989C7149}" dt="2026-03-25T10:24:57.332" v="7832" actId="478"/>
          <ac:spMkLst>
            <pc:docMk/>
            <pc:sldMk cId="2920151841" sldId="340"/>
            <ac:spMk id="18" creationId="{33CEAFEC-6BF8-9CB5-0134-3C77117B9712}"/>
          </ac:spMkLst>
        </pc:spChg>
        <pc:picChg chg="del">
          <ac:chgData name="Bruehlmann, Noel" userId="b9a2743c-8098-4e2e-a1f0-b3a2a0076be3" providerId="ADAL" clId="{F44A61B2-5450-4A65-A8F7-FA08989C7149}" dt="2026-03-25T10:24:14.193" v="7784" actId="478"/>
          <ac:picMkLst>
            <pc:docMk/>
            <pc:sldMk cId="2920151841" sldId="340"/>
            <ac:picMk id="3" creationId="{58FEC6F0-629B-F160-D14A-8B3CE57EE6C9}"/>
          </ac:picMkLst>
        </pc:picChg>
        <pc:picChg chg="add mod">
          <ac:chgData name="Bruehlmann, Noel" userId="b9a2743c-8098-4e2e-a1f0-b3a2a0076be3" providerId="ADAL" clId="{F44A61B2-5450-4A65-A8F7-FA08989C7149}" dt="2026-03-25T10:26:48.235" v="7851" actId="1076"/>
          <ac:picMkLst>
            <pc:docMk/>
            <pc:sldMk cId="2920151841" sldId="340"/>
            <ac:picMk id="7" creationId="{79D68DB7-971E-FB7F-542F-378D0ED397B0}"/>
          </ac:picMkLst>
        </pc:picChg>
        <pc:picChg chg="add mod">
          <ac:chgData name="Bruehlmann, Noel" userId="b9a2743c-8098-4e2e-a1f0-b3a2a0076be3" providerId="ADAL" clId="{F44A61B2-5450-4A65-A8F7-FA08989C7149}" dt="2026-03-25T10:26:59.989" v="7857" actId="1076"/>
          <ac:picMkLst>
            <pc:docMk/>
            <pc:sldMk cId="2920151841" sldId="340"/>
            <ac:picMk id="12" creationId="{D32B8AA3-3711-3987-3F74-FE50563FE07C}"/>
          </ac:picMkLst>
        </pc:picChg>
        <pc:picChg chg="add mod">
          <ac:chgData name="Bruehlmann, Noel" userId="b9a2743c-8098-4e2e-a1f0-b3a2a0076be3" providerId="ADAL" clId="{F44A61B2-5450-4A65-A8F7-FA08989C7149}" dt="2026-03-25T10:31:13.981" v="7880" actId="1038"/>
          <ac:picMkLst>
            <pc:docMk/>
            <pc:sldMk cId="2920151841" sldId="340"/>
            <ac:picMk id="14" creationId="{65D9196B-BBDE-BD3A-CF22-728EBAB08FF2}"/>
          </ac:picMkLst>
        </pc:picChg>
      </pc:sldChg>
      <pc:sldChg chg="addSp delSp modSp new mod">
        <pc:chgData name="Bruehlmann, Noel" userId="b9a2743c-8098-4e2e-a1f0-b3a2a0076be3" providerId="ADAL" clId="{F44A61B2-5450-4A65-A8F7-FA08989C7149}" dt="2026-03-25T10:24:07.754" v="7783" actId="299"/>
        <pc:sldMkLst>
          <pc:docMk/>
          <pc:sldMk cId="1721703233" sldId="341"/>
        </pc:sldMkLst>
        <pc:spChg chg="mod">
          <ac:chgData name="Bruehlmann, Noel" userId="b9a2743c-8098-4e2e-a1f0-b3a2a0076be3" providerId="ADAL" clId="{F44A61B2-5450-4A65-A8F7-FA08989C7149}" dt="2026-03-25T10:24:07.754" v="7783" actId="299"/>
          <ac:spMkLst>
            <pc:docMk/>
            <pc:sldMk cId="1721703233" sldId="341"/>
            <ac:spMk id="2" creationId="{E98CADDE-3A84-CC90-EBBD-0C3531D313F4}"/>
          </ac:spMkLst>
        </pc:spChg>
        <pc:spChg chg="del">
          <ac:chgData name="Bruehlmann, Noel" userId="b9a2743c-8098-4e2e-a1f0-b3a2a0076be3" providerId="ADAL" clId="{F44A61B2-5450-4A65-A8F7-FA08989C7149}" dt="2026-03-25T10:24:00.068" v="7728" actId="478"/>
          <ac:spMkLst>
            <pc:docMk/>
            <pc:sldMk cId="1721703233" sldId="341"/>
            <ac:spMk id="3" creationId="{744DB866-7B82-D57C-84AC-994144F4EA72}"/>
          </ac:spMkLst>
        </pc:spChg>
        <pc:graphicFrameChg chg="add mod ord modVis">
          <ac:chgData name="Bruehlmann, Noel" userId="b9a2743c-8098-4e2e-a1f0-b3a2a0076be3" providerId="ADAL" clId="{F44A61B2-5450-4A65-A8F7-FA08989C7149}" dt="2026-03-25T10:24:03.797" v="7753"/>
          <ac:graphicFrameMkLst>
            <pc:docMk/>
            <pc:sldMk cId="1721703233" sldId="341"/>
            <ac:graphicFrameMk id="5" creationId="{3E32068F-A2AB-B3B2-7D58-2B851CBF75E6}"/>
          </ac:graphicFrameMkLst>
        </pc:graphicFrameChg>
      </pc:sldChg>
      <pc:sldChg chg="addSp delSp modSp add mod">
        <pc:chgData name="Bruehlmann, Noel" userId="b9a2743c-8098-4e2e-a1f0-b3a2a0076be3" providerId="ADAL" clId="{F44A61B2-5450-4A65-A8F7-FA08989C7149}" dt="2026-03-25T10:26:28.590" v="7846" actId="14100"/>
        <pc:sldMkLst>
          <pc:docMk/>
          <pc:sldMk cId="1949888578" sldId="342"/>
        </pc:sldMkLst>
        <pc:spChg chg="mod">
          <ac:chgData name="Bruehlmann, Noel" userId="b9a2743c-8098-4e2e-a1f0-b3a2a0076be3" providerId="ADAL" clId="{F44A61B2-5450-4A65-A8F7-FA08989C7149}" dt="2026-03-25T10:25:02.132" v="7837" actId="299"/>
          <ac:spMkLst>
            <pc:docMk/>
            <pc:sldMk cId="1949888578" sldId="342"/>
            <ac:spMk id="2" creationId="{B7D81FD0-D49E-305A-5AD8-3BF97963B1E8}"/>
          </ac:spMkLst>
        </pc:spChg>
        <pc:spChg chg="del">
          <ac:chgData name="Bruehlmann, Noel" userId="b9a2743c-8098-4e2e-a1f0-b3a2a0076be3" providerId="ADAL" clId="{F44A61B2-5450-4A65-A8F7-FA08989C7149}" dt="2026-03-25T10:24:54.618" v="7831" actId="478"/>
          <ac:spMkLst>
            <pc:docMk/>
            <pc:sldMk cId="1949888578" sldId="342"/>
            <ac:spMk id="18" creationId="{331F10FB-BA32-3ABF-B195-6FCBBD57DCF5}"/>
          </ac:spMkLst>
        </pc:spChg>
        <pc:picChg chg="add mod">
          <ac:chgData name="Bruehlmann, Noel" userId="b9a2743c-8098-4e2e-a1f0-b3a2a0076be3" providerId="ADAL" clId="{F44A61B2-5450-4A65-A8F7-FA08989C7149}" dt="2026-03-25T10:26:28.590" v="7846" actId="14100"/>
          <ac:picMkLst>
            <pc:docMk/>
            <pc:sldMk cId="1949888578" sldId="342"/>
            <ac:picMk id="5" creationId="{BC02D9A9-4406-2D24-47F2-999DCF69B50F}"/>
          </ac:picMkLst>
        </pc:picChg>
        <pc:picChg chg="del">
          <ac:chgData name="Bruehlmann, Noel" userId="b9a2743c-8098-4e2e-a1f0-b3a2a0076be3" providerId="ADAL" clId="{F44A61B2-5450-4A65-A8F7-FA08989C7149}" dt="2026-03-25T10:26:23.196" v="7838" actId="478"/>
          <ac:picMkLst>
            <pc:docMk/>
            <pc:sldMk cId="1949888578" sldId="342"/>
            <ac:picMk id="7" creationId="{EFD6D4AC-8C82-91CC-9583-ECD57C7F2BE0}"/>
          </ac:picMkLst>
        </pc:picChg>
      </pc:sldChg>
      <pc:sldChg chg="add del">
        <pc:chgData name="Bruehlmann, Noel" userId="b9a2743c-8098-4e2e-a1f0-b3a2a0076be3" providerId="ADAL" clId="{F44A61B2-5450-4A65-A8F7-FA08989C7149}" dt="2026-03-25T10:24:23.991" v="7788"/>
        <pc:sldMkLst>
          <pc:docMk/>
          <pc:sldMk cId="2183930775" sldId="342"/>
        </pc:sldMkLst>
      </pc:sldChg>
      <pc:sldChg chg="delSp modSp add mod">
        <pc:chgData name="Bruehlmann, Noel" userId="b9a2743c-8098-4e2e-a1f0-b3a2a0076be3" providerId="ADAL" clId="{F44A61B2-5450-4A65-A8F7-FA08989C7149}" dt="2026-03-25T10:31:39.595" v="7918" actId="299"/>
        <pc:sldMkLst>
          <pc:docMk/>
          <pc:sldMk cId="4171218097" sldId="344"/>
        </pc:sldMkLst>
        <pc:spChg chg="mod">
          <ac:chgData name="Bruehlmann, Noel" userId="b9a2743c-8098-4e2e-a1f0-b3a2a0076be3" providerId="ADAL" clId="{F44A61B2-5450-4A65-A8F7-FA08989C7149}" dt="2026-03-25T10:31:39.595" v="7918" actId="299"/>
          <ac:spMkLst>
            <pc:docMk/>
            <pc:sldMk cId="4171218097" sldId="344"/>
            <ac:spMk id="2" creationId="{E655C3ED-9969-4F55-47C6-37E1DF06D67C}"/>
          </ac:spMkLst>
        </pc:spChg>
        <pc:picChg chg="del">
          <ac:chgData name="Bruehlmann, Noel" userId="b9a2743c-8098-4e2e-a1f0-b3a2a0076be3" providerId="ADAL" clId="{F44A61B2-5450-4A65-A8F7-FA08989C7149}" dt="2026-03-25T10:31:25.073" v="7882" actId="478"/>
          <ac:picMkLst>
            <pc:docMk/>
            <pc:sldMk cId="4171218097" sldId="344"/>
            <ac:picMk id="7" creationId="{20EC3D4F-1C69-30E0-5FC9-F79243E49800}"/>
          </ac:picMkLst>
        </pc:picChg>
        <pc:picChg chg="del">
          <ac:chgData name="Bruehlmann, Noel" userId="b9a2743c-8098-4e2e-a1f0-b3a2a0076be3" providerId="ADAL" clId="{F44A61B2-5450-4A65-A8F7-FA08989C7149}" dt="2026-03-25T10:31:25.073" v="7882" actId="478"/>
          <ac:picMkLst>
            <pc:docMk/>
            <pc:sldMk cId="4171218097" sldId="344"/>
            <ac:picMk id="12" creationId="{C9B70488-D59B-DA33-2A0E-B8E0AB35F7FA}"/>
          </ac:picMkLst>
        </pc:picChg>
        <pc:picChg chg="del">
          <ac:chgData name="Bruehlmann, Noel" userId="b9a2743c-8098-4e2e-a1f0-b3a2a0076be3" providerId="ADAL" clId="{F44A61B2-5450-4A65-A8F7-FA08989C7149}" dt="2026-03-25T10:31:25.073" v="7882" actId="478"/>
          <ac:picMkLst>
            <pc:docMk/>
            <pc:sldMk cId="4171218097" sldId="344"/>
            <ac:picMk id="14" creationId="{938B62D4-02F2-3204-2A33-383B91957018}"/>
          </ac:picMkLst>
        </pc:picChg>
      </pc:sldChg>
    </pc:docChg>
  </pc:docChgLst>
  <pc:docChgLst>
    <pc:chgData name="Brenni, Giovanni" userId="S::giovanni.brenni@student.unisg.ch::415fa501-2e2a-4428-bd52-3d9320accab2" providerId="AD" clId="Web-{C3CA361B-6B98-8027-500E-0A5135D405E4}"/>
    <pc:docChg chg="modSld">
      <pc:chgData name="Brenni, Giovanni" userId="S::giovanni.brenni@student.unisg.ch::415fa501-2e2a-4428-bd52-3d9320accab2" providerId="AD" clId="Web-{C3CA361B-6B98-8027-500E-0A5135D405E4}" dt="2026-03-25T10:19:02.696" v="16" actId="1076"/>
      <pc:docMkLst>
        <pc:docMk/>
      </pc:docMkLst>
      <pc:sldChg chg="addSp modSp">
        <pc:chgData name="Brenni, Giovanni" userId="S::giovanni.brenni@student.unisg.ch::415fa501-2e2a-4428-bd52-3d9320accab2" providerId="AD" clId="Web-{C3CA361B-6B98-8027-500E-0A5135D405E4}" dt="2026-03-25T10:19:02.696" v="16" actId="1076"/>
        <pc:sldMkLst>
          <pc:docMk/>
          <pc:sldMk cId="69781974" sldId="339"/>
        </pc:sldMkLst>
        <pc:spChg chg="mod">
          <ac:chgData name="Brenni, Giovanni" userId="S::giovanni.brenni@student.unisg.ch::415fa501-2e2a-4428-bd52-3d9320accab2" providerId="AD" clId="Web-{C3CA361B-6B98-8027-500E-0A5135D405E4}" dt="2026-03-25T10:18:58.446" v="15" actId="20577"/>
          <ac:spMkLst>
            <pc:docMk/>
            <pc:sldMk cId="69781974" sldId="339"/>
            <ac:spMk id="2" creationId="{B1D3D6CC-AA86-06C4-16EA-890367B90588}"/>
          </ac:spMkLst>
        </pc:spChg>
        <pc:picChg chg="add mod">
          <ac:chgData name="Brenni, Giovanni" userId="S::giovanni.brenni@student.unisg.ch::415fa501-2e2a-4428-bd52-3d9320accab2" providerId="AD" clId="Web-{C3CA361B-6B98-8027-500E-0A5135D405E4}" dt="2026-03-25T10:19:02.696" v="16" actId="1076"/>
          <ac:picMkLst>
            <pc:docMk/>
            <pc:sldMk cId="69781974" sldId="339"/>
            <ac:picMk id="3" creationId="{7E82AFD0-A5D4-13B7-D86B-0862F39E5D6D}"/>
          </ac:picMkLst>
        </pc:picChg>
      </pc:sldChg>
    </pc:docChg>
  </pc:docChgLst>
  <pc:docChgLst>
    <pc:chgData name="Brenni, Giovanni" userId="S::giovanni.brenni@student.unisg.ch::415fa501-2e2a-4428-bd52-3d9320accab2" providerId="AD" clId="Web-{0A4CC462-648F-9B15-C7A6-DECCBE46D164}"/>
    <pc:docChg chg="delSld modSld">
      <pc:chgData name="Brenni, Giovanni" userId="S::giovanni.brenni@student.unisg.ch::415fa501-2e2a-4428-bd52-3d9320accab2" providerId="AD" clId="Web-{0A4CC462-648F-9B15-C7A6-DECCBE46D164}" dt="2026-03-25T10:17:23.172" v="41" actId="1076"/>
      <pc:docMkLst>
        <pc:docMk/>
      </pc:docMkLst>
      <pc:sldChg chg="del">
        <pc:chgData name="Brenni, Giovanni" userId="S::giovanni.brenni@student.unisg.ch::415fa501-2e2a-4428-bd52-3d9320accab2" providerId="AD" clId="Web-{0A4CC462-648F-9B15-C7A6-DECCBE46D164}" dt="2026-03-25T10:17:03.297" v="27"/>
        <pc:sldMkLst>
          <pc:docMk/>
          <pc:sldMk cId="1807499832" sldId="306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69" v="10"/>
        <pc:sldMkLst>
          <pc:docMk/>
          <pc:sldMk cId="290294973" sldId="307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97" v="26"/>
        <pc:sldMkLst>
          <pc:docMk/>
          <pc:sldMk cId="4197039381" sldId="309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81" v="25"/>
        <pc:sldMkLst>
          <pc:docMk/>
          <pc:sldMk cId="1455948623" sldId="310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66" v="22"/>
        <pc:sldMkLst>
          <pc:docMk/>
          <pc:sldMk cId="688931359" sldId="311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81" v="24"/>
        <pc:sldMkLst>
          <pc:docMk/>
          <pc:sldMk cId="965465192" sldId="313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50" v="16"/>
        <pc:sldMkLst>
          <pc:docMk/>
          <pc:sldMk cId="2701324692" sldId="314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50" v="17"/>
        <pc:sldMkLst>
          <pc:docMk/>
          <pc:sldMk cId="786396842" sldId="317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69" v="12"/>
        <pc:sldMkLst>
          <pc:docMk/>
          <pc:sldMk cId="4218477805" sldId="318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69" v="11"/>
        <pc:sldMkLst>
          <pc:docMk/>
          <pc:sldMk cId="1940698760" sldId="320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66" v="20"/>
        <pc:sldMkLst>
          <pc:docMk/>
          <pc:sldMk cId="1613239070" sldId="321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97" v="29"/>
        <pc:sldMkLst>
          <pc:docMk/>
          <pc:sldMk cId="2866636469" sldId="322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50" v="18"/>
        <pc:sldMkLst>
          <pc:docMk/>
          <pc:sldMk cId="3449933588" sldId="323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53" v="9"/>
        <pc:sldMkLst>
          <pc:docMk/>
          <pc:sldMk cId="1349884164" sldId="324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97" v="30"/>
        <pc:sldMkLst>
          <pc:docMk/>
          <pc:sldMk cId="1531954739" sldId="325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38" v="6"/>
        <pc:sldMkLst>
          <pc:docMk/>
          <pc:sldMk cId="1755571129" sldId="329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53" v="7"/>
        <pc:sldMkLst>
          <pc:docMk/>
          <pc:sldMk cId="3984344241" sldId="331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34" v="13"/>
        <pc:sldMkLst>
          <pc:docMk/>
          <pc:sldMk cId="2015780734" sldId="332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38" v="5"/>
        <pc:sldMkLst>
          <pc:docMk/>
          <pc:sldMk cId="2497173590" sldId="333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38" v="4"/>
        <pc:sldMkLst>
          <pc:docMk/>
          <pc:sldMk cId="1515341372" sldId="334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22" v="2"/>
        <pc:sldMkLst>
          <pc:docMk/>
          <pc:sldMk cId="3365172091" sldId="335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22" v="1"/>
        <pc:sldMkLst>
          <pc:docMk/>
          <pc:sldMk cId="1593103041" sldId="336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22" v="0"/>
        <pc:sldMkLst>
          <pc:docMk/>
          <pc:sldMk cId="569220508" sldId="337"/>
        </pc:sldMkLst>
      </pc:sldChg>
      <pc:sldChg chg="delSp modSp">
        <pc:chgData name="Brenni, Giovanni" userId="S::giovanni.brenni@student.unisg.ch::415fa501-2e2a-4428-bd52-3d9320accab2" providerId="AD" clId="Web-{0A4CC462-648F-9B15-C7A6-DECCBE46D164}" dt="2026-03-25T10:17:23.172" v="41" actId="1076"/>
        <pc:sldMkLst>
          <pc:docMk/>
          <pc:sldMk cId="69781974" sldId="339"/>
        </pc:sldMkLst>
        <pc:spChg chg="mod">
          <ac:chgData name="Brenni, Giovanni" userId="S::giovanni.brenni@student.unisg.ch::415fa501-2e2a-4428-bd52-3d9320accab2" providerId="AD" clId="Web-{0A4CC462-648F-9B15-C7A6-DECCBE46D164}" dt="2026-03-25T10:17:11.438" v="34" actId="20577"/>
          <ac:spMkLst>
            <pc:docMk/>
            <pc:sldMk cId="69781974" sldId="339"/>
            <ac:spMk id="2" creationId="{B1D3D6CC-AA86-06C4-16EA-890367B90588}"/>
          </ac:spMkLst>
        </pc:spChg>
        <pc:spChg chg="mod">
          <ac:chgData name="Brenni, Giovanni" userId="S::giovanni.brenni@student.unisg.ch::415fa501-2e2a-4428-bd52-3d9320accab2" providerId="AD" clId="Web-{0A4CC462-648F-9B15-C7A6-DECCBE46D164}" dt="2026-03-25T10:17:23.172" v="41" actId="1076"/>
          <ac:spMkLst>
            <pc:docMk/>
            <pc:sldMk cId="69781974" sldId="339"/>
            <ac:spMk id="5" creationId="{733DD4DB-4D9D-3D62-F176-96A7F08EC5AE}"/>
          </ac:spMkLst>
        </pc:spChg>
        <pc:spChg chg="del">
          <ac:chgData name="Brenni, Giovanni" userId="S::giovanni.brenni@student.unisg.ch::415fa501-2e2a-4428-bd52-3d9320accab2" providerId="AD" clId="Web-{0A4CC462-648F-9B15-C7A6-DECCBE46D164}" dt="2026-03-25T10:17:14.453" v="37"/>
          <ac:spMkLst>
            <pc:docMk/>
            <pc:sldMk cId="69781974" sldId="339"/>
            <ac:spMk id="11" creationId="{CD8F31BB-0BA5-6042-F976-45264A09B576}"/>
          </ac:spMkLst>
        </pc:spChg>
        <pc:spChg chg="del">
          <ac:chgData name="Brenni, Giovanni" userId="S::giovanni.brenni@student.unisg.ch::415fa501-2e2a-4428-bd52-3d9320accab2" providerId="AD" clId="Web-{0A4CC462-648F-9B15-C7A6-DECCBE46D164}" dt="2026-03-25T10:17:14.453" v="38"/>
          <ac:spMkLst>
            <pc:docMk/>
            <pc:sldMk cId="69781974" sldId="339"/>
            <ac:spMk id="12" creationId="{12C02953-9A95-BD9E-E559-2E1B6A4AE153}"/>
          </ac:spMkLst>
        </pc:spChg>
        <pc:grpChg chg="del">
          <ac:chgData name="Brenni, Giovanni" userId="S::giovanni.brenni@student.unisg.ch::415fa501-2e2a-4428-bd52-3d9320accab2" providerId="AD" clId="Web-{0A4CC462-648F-9B15-C7A6-DECCBE46D164}" dt="2026-03-25T10:17:17.234" v="39"/>
          <ac:grpSpMkLst>
            <pc:docMk/>
            <pc:sldMk cId="69781974" sldId="339"/>
            <ac:grpSpMk id="8" creationId="{D893D9C5-3389-73D6-41B1-049CFEB27BE4}"/>
          </ac:grpSpMkLst>
        </pc:grpChg>
        <pc:grpChg chg="del">
          <ac:chgData name="Brenni, Giovanni" userId="S::giovanni.brenni@student.unisg.ch::415fa501-2e2a-4428-bd52-3d9320accab2" providerId="AD" clId="Web-{0A4CC462-648F-9B15-C7A6-DECCBE46D164}" dt="2026-03-25T10:17:14.453" v="36"/>
          <ac:grpSpMkLst>
            <pc:docMk/>
            <pc:sldMk cId="69781974" sldId="339"/>
            <ac:grpSpMk id="25" creationId="{75669AB0-8AB5-E2BE-2490-59FF89E7BC39}"/>
          </ac:grpSpMkLst>
        </pc:grpChg>
        <pc:grpChg chg="del">
          <ac:chgData name="Brenni, Giovanni" userId="S::giovanni.brenni@student.unisg.ch::415fa501-2e2a-4428-bd52-3d9320accab2" providerId="AD" clId="Web-{0A4CC462-648F-9B15-C7A6-DECCBE46D164}" dt="2026-03-25T10:17:14.453" v="35"/>
          <ac:grpSpMkLst>
            <pc:docMk/>
            <pc:sldMk cId="69781974" sldId="339"/>
            <ac:grpSpMk id="29" creationId="{A34C6082-C153-528C-335B-52F25A6F860D}"/>
          </ac:grpSpMkLst>
        </pc:grpChg>
      </pc:sldChg>
      <pc:sldChg chg="del">
        <pc:chgData name="Brenni, Giovanni" userId="S::giovanni.brenni@student.unisg.ch::415fa501-2e2a-4428-bd52-3d9320accab2" providerId="AD" clId="Web-{0A4CC462-648F-9B15-C7A6-DECCBE46D164}" dt="2026-03-25T10:17:03.266" v="21"/>
        <pc:sldMkLst>
          <pc:docMk/>
          <pc:sldMk cId="4220626447" sldId="340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34" v="15"/>
        <pc:sldMkLst>
          <pc:docMk/>
          <pc:sldMk cId="623121667" sldId="341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34" v="14"/>
        <pc:sldMkLst>
          <pc:docMk/>
          <pc:sldMk cId="3414740379" sldId="342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50" v="19"/>
        <pc:sldMkLst>
          <pc:docMk/>
          <pc:sldMk cId="2698758770" sldId="343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53" v="8"/>
        <pc:sldMkLst>
          <pc:docMk/>
          <pc:sldMk cId="954321970" sldId="344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6:55.938" v="3"/>
        <pc:sldMkLst>
          <pc:docMk/>
          <pc:sldMk cId="3485472995" sldId="345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313" v="32"/>
        <pc:sldMkLst>
          <pc:docMk/>
          <pc:sldMk cId="3009786906" sldId="346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97" v="28"/>
        <pc:sldMkLst>
          <pc:docMk/>
          <pc:sldMk cId="2327253860" sldId="347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266" v="23"/>
        <pc:sldMkLst>
          <pc:docMk/>
          <pc:sldMk cId="1547860636" sldId="348"/>
        </pc:sldMkLst>
      </pc:sldChg>
      <pc:sldChg chg="del">
        <pc:chgData name="Brenni, Giovanni" userId="S::giovanni.brenni@student.unisg.ch::415fa501-2e2a-4428-bd52-3d9320accab2" providerId="AD" clId="Web-{0A4CC462-648F-9B15-C7A6-DECCBE46D164}" dt="2026-03-25T10:17:03.313" v="31"/>
        <pc:sldMkLst>
          <pc:docMk/>
          <pc:sldMk cId="118753309" sldId="349"/>
        </pc:sldMkLst>
      </pc:sldChg>
    </pc:docChg>
  </pc:docChgLst>
  <pc:docChgLst>
    <pc:chgData name="Brenni, Giovanni" userId="415fa501-2e2a-4428-bd52-3d9320accab2" providerId="ADAL" clId="{98B48EE4-A13B-5AC0-9360-55E0FA650246}"/>
    <pc:docChg chg="undo custSel addSld delSld modSld">
      <pc:chgData name="Brenni, Giovanni" userId="415fa501-2e2a-4428-bd52-3d9320accab2" providerId="ADAL" clId="{98B48EE4-A13B-5AC0-9360-55E0FA650246}" dt="2026-03-25T10:29:36.638" v="2255" actId="20577"/>
      <pc:docMkLst>
        <pc:docMk/>
      </pc:docMkLst>
      <pc:sldChg chg="addSp delSp modSp mod">
        <pc:chgData name="Brenni, Giovanni" userId="415fa501-2e2a-4428-bd52-3d9320accab2" providerId="ADAL" clId="{98B48EE4-A13B-5AC0-9360-55E0FA650246}" dt="2026-03-25T10:29:33.658" v="2253" actId="20577"/>
        <pc:sldMkLst>
          <pc:docMk/>
          <pc:sldMk cId="69781974" sldId="339"/>
        </pc:sldMkLst>
        <pc:spChg chg="mod">
          <ac:chgData name="Brenni, Giovanni" userId="415fa501-2e2a-4428-bd52-3d9320accab2" providerId="ADAL" clId="{98B48EE4-A13B-5AC0-9360-55E0FA650246}" dt="2026-03-25T10:29:33.658" v="2253" actId="20577"/>
          <ac:spMkLst>
            <pc:docMk/>
            <pc:sldMk cId="69781974" sldId="339"/>
            <ac:spMk id="2" creationId="{B1D3D6CC-AA86-06C4-16EA-890367B90588}"/>
          </ac:spMkLst>
        </pc:spChg>
        <pc:spChg chg="mod">
          <ac:chgData name="Brenni, Giovanni" userId="415fa501-2e2a-4428-bd52-3d9320accab2" providerId="ADAL" clId="{98B48EE4-A13B-5AC0-9360-55E0FA650246}" dt="2026-03-25T10:24:27.591" v="2169" actId="14100"/>
          <ac:spMkLst>
            <pc:docMk/>
            <pc:sldMk cId="69781974" sldId="339"/>
            <ac:spMk id="5" creationId="{733DD4DB-4D9D-3D62-F176-96A7F08EC5AE}"/>
          </ac:spMkLst>
        </pc:spChg>
        <pc:spChg chg="add del mod">
          <ac:chgData name="Brenni, Giovanni" userId="415fa501-2e2a-4428-bd52-3d9320accab2" providerId="ADAL" clId="{98B48EE4-A13B-5AC0-9360-55E0FA650246}" dt="2026-03-25T10:24:23.439" v="2168" actId="478"/>
          <ac:spMkLst>
            <pc:docMk/>
            <pc:sldMk cId="69781974" sldId="339"/>
            <ac:spMk id="6" creationId="{FC359D88-7204-1840-0BE9-CC784344AD77}"/>
          </ac:spMkLst>
        </pc:spChg>
        <pc:spChg chg="add del mod">
          <ac:chgData name="Brenni, Giovanni" userId="415fa501-2e2a-4428-bd52-3d9320accab2" providerId="ADAL" clId="{98B48EE4-A13B-5AC0-9360-55E0FA650246}" dt="2026-03-25T10:24:23.439" v="2168" actId="478"/>
          <ac:spMkLst>
            <pc:docMk/>
            <pc:sldMk cId="69781974" sldId="339"/>
            <ac:spMk id="7" creationId="{E63FC007-8F9C-6009-5035-F857B48DDF7C}"/>
          </ac:spMkLst>
        </pc:spChg>
        <pc:spChg chg="add del mod">
          <ac:chgData name="Brenni, Giovanni" userId="415fa501-2e2a-4428-bd52-3d9320accab2" providerId="ADAL" clId="{98B48EE4-A13B-5AC0-9360-55E0FA650246}" dt="2026-03-25T10:24:36.610" v="2170" actId="478"/>
          <ac:spMkLst>
            <pc:docMk/>
            <pc:sldMk cId="69781974" sldId="339"/>
            <ac:spMk id="9" creationId="{A7748CFD-0349-9F79-0A54-6B6DD2E92344}"/>
          </ac:spMkLst>
        </pc:spChg>
        <pc:spChg chg="add mod">
          <ac:chgData name="Brenni, Giovanni" userId="415fa501-2e2a-4428-bd52-3d9320accab2" providerId="ADAL" clId="{98B48EE4-A13B-5AC0-9360-55E0FA650246}" dt="2026-03-25T10:26:58.705" v="2214" actId="1037"/>
          <ac:spMkLst>
            <pc:docMk/>
            <pc:sldMk cId="69781974" sldId="339"/>
            <ac:spMk id="10" creationId="{01718EFF-1F98-03B5-5493-69E098F5BDBA}"/>
          </ac:spMkLst>
        </pc:spChg>
        <pc:spChg chg="add mod">
          <ac:chgData name="Brenni, Giovanni" userId="415fa501-2e2a-4428-bd52-3d9320accab2" providerId="ADAL" clId="{98B48EE4-A13B-5AC0-9360-55E0FA650246}" dt="2026-03-25T10:25:07.636" v="2188" actId="20577"/>
          <ac:spMkLst>
            <pc:docMk/>
            <pc:sldMk cId="69781974" sldId="339"/>
            <ac:spMk id="12" creationId="{FDAF2596-7C23-6ADD-38D0-788180076783}"/>
          </ac:spMkLst>
        </pc:spChg>
        <pc:picChg chg="mod">
          <ac:chgData name="Brenni, Giovanni" userId="415fa501-2e2a-4428-bd52-3d9320accab2" providerId="ADAL" clId="{98B48EE4-A13B-5AC0-9360-55E0FA650246}" dt="2026-03-25T10:25:37.643" v="2197" actId="1076"/>
          <ac:picMkLst>
            <pc:docMk/>
            <pc:sldMk cId="69781974" sldId="339"/>
            <ac:picMk id="3" creationId="{7E82AFD0-A5D4-13B7-D86B-0862F39E5D6D}"/>
          </ac:picMkLst>
        </pc:picChg>
        <pc:picChg chg="add mod modCrop">
          <ac:chgData name="Brenni, Giovanni" userId="415fa501-2e2a-4428-bd52-3d9320accab2" providerId="ADAL" clId="{98B48EE4-A13B-5AC0-9360-55E0FA650246}" dt="2026-03-25T10:24:52.226" v="2176" actId="1076"/>
          <ac:picMkLst>
            <pc:docMk/>
            <pc:sldMk cId="69781974" sldId="339"/>
            <ac:picMk id="8" creationId="{97C174C0-F745-E24E-7CAF-9D27553C58DE}"/>
          </ac:picMkLst>
        </pc:picChg>
        <pc:picChg chg="add del mod">
          <ac:chgData name="Brenni, Giovanni" userId="415fa501-2e2a-4428-bd52-3d9320accab2" providerId="ADAL" clId="{98B48EE4-A13B-5AC0-9360-55E0FA650246}" dt="2026-03-25T10:26:47.182" v="2198" actId="478"/>
          <ac:picMkLst>
            <pc:docMk/>
            <pc:sldMk cId="69781974" sldId="339"/>
            <ac:picMk id="11" creationId="{EFBB5639-E9B5-B100-302A-369711DB55C3}"/>
          </ac:picMkLst>
        </pc:picChg>
        <pc:picChg chg="add del mod">
          <ac:chgData name="Brenni, Giovanni" userId="415fa501-2e2a-4428-bd52-3d9320accab2" providerId="ADAL" clId="{98B48EE4-A13B-5AC0-9360-55E0FA650246}" dt="2026-03-25T10:27:50.590" v="2215" actId="478"/>
          <ac:picMkLst>
            <pc:docMk/>
            <pc:sldMk cId="69781974" sldId="339"/>
            <ac:picMk id="13" creationId="{57FD6A73-4359-466E-EECB-2BBFBA5AFCD7}"/>
          </ac:picMkLst>
        </pc:picChg>
        <pc:picChg chg="add mod">
          <ac:chgData name="Brenni, Giovanni" userId="415fa501-2e2a-4428-bd52-3d9320accab2" providerId="ADAL" clId="{98B48EE4-A13B-5AC0-9360-55E0FA650246}" dt="2026-03-25T10:26:58.705" v="2214" actId="1037"/>
          <ac:picMkLst>
            <pc:docMk/>
            <pc:sldMk cId="69781974" sldId="339"/>
            <ac:picMk id="14" creationId="{ADD2E52E-8AF8-337B-F772-191F35E5D1A4}"/>
          </ac:picMkLst>
        </pc:picChg>
        <pc:picChg chg="add mod">
          <ac:chgData name="Brenni, Giovanni" userId="415fa501-2e2a-4428-bd52-3d9320accab2" providerId="ADAL" clId="{98B48EE4-A13B-5AC0-9360-55E0FA650246}" dt="2026-03-25T10:27:59.656" v="2220" actId="1076"/>
          <ac:picMkLst>
            <pc:docMk/>
            <pc:sldMk cId="69781974" sldId="339"/>
            <ac:picMk id="15" creationId="{A1740601-2DC3-7B14-CFFC-5812F64A9DFE}"/>
          </ac:picMkLst>
        </pc:picChg>
      </pc:sldChg>
      <pc:sldChg chg="modSp add mod">
        <pc:chgData name="Brenni, Giovanni" userId="415fa501-2e2a-4428-bd52-3d9320accab2" providerId="ADAL" clId="{98B48EE4-A13B-5AC0-9360-55E0FA650246}" dt="2026-03-25T10:29:36.638" v="2255" actId="20577"/>
        <pc:sldMkLst>
          <pc:docMk/>
          <pc:sldMk cId="796576459" sldId="343"/>
        </pc:sldMkLst>
        <pc:spChg chg="mod">
          <ac:chgData name="Brenni, Giovanni" userId="415fa501-2e2a-4428-bd52-3d9320accab2" providerId="ADAL" clId="{98B48EE4-A13B-5AC0-9360-55E0FA650246}" dt="2026-03-25T10:29:36.638" v="2255" actId="20577"/>
          <ac:spMkLst>
            <pc:docMk/>
            <pc:sldMk cId="796576459" sldId="343"/>
            <ac:spMk id="2" creationId="{8B6F8ABA-0C79-96A9-CCBB-836BC1C92EA7}"/>
          </ac:spMkLst>
        </pc:spChg>
      </pc:sldChg>
      <pc:sldChg chg="new del">
        <pc:chgData name="Brenni, Giovanni" userId="415fa501-2e2a-4428-bd52-3d9320accab2" providerId="ADAL" clId="{98B48EE4-A13B-5AC0-9360-55E0FA650246}" dt="2026-03-25T10:28:07.017" v="2222" actId="2696"/>
        <pc:sldMkLst>
          <pc:docMk/>
          <pc:sldMk cId="3210506492" sldId="343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45CE27-0FC1-4345-A9D1-813E9F3C96B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FAFF02-ADA2-494F-92F2-18E0CD47E8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F4C96F-5C6D-48ED-8D42-B768302B23AD}" type="datetimeFigureOut">
              <a:rPr lang="de-CH" smtClean="0"/>
              <a:t>25.03.2026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D7311C-885A-4219-9687-E8E9C81D348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755352-F100-4DC1-827B-1EFA0F247A0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6BEFE-BF9F-47C0-9B2B-37E6860B00C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454366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D3A44-FA09-4C0A-99A6-1BA009890161}" type="datetimeFigureOut">
              <a:rPr lang="de-CH" smtClean="0"/>
              <a:t>25.03.2026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E3F1-1C0D-4780-BCDC-4F7033F6C9E1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8721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9F7E1813-5682-4AAE-8DC8-5A613DE12B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" r="7910" b="19850"/>
          <a:stretch/>
        </p:blipFill>
        <p:spPr>
          <a:xfrm>
            <a:off x="0" y="0"/>
            <a:ext cx="9136420" cy="5143500"/>
          </a:xfrm>
          <a:prstGeom prst="rect">
            <a:avLst/>
          </a:prstGeom>
        </p:spPr>
      </p:pic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43D7A234-EBF8-4A9A-ACFF-4329BD747ADC}"/>
              </a:ext>
            </a:extLst>
          </p:cNvPr>
          <p:cNvSpPr>
            <a:spLocks noChangeAspect="1"/>
          </p:cNvSpPr>
          <p:nvPr userDrawn="1"/>
        </p:nvSpPr>
        <p:spPr>
          <a:xfrm>
            <a:off x="4575791" y="3166310"/>
            <a:ext cx="456821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6789318" y="4613375"/>
            <a:ext cx="1995907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>
                <a:solidFill>
                  <a:schemeClr val="bg2"/>
                </a:solidFill>
              </a:rPr>
              <a:t>From insight to impact.</a:t>
            </a:r>
          </a:p>
        </p:txBody>
      </p:sp>
      <p:pic>
        <p:nvPicPr>
          <p:cNvPr id="1703305363" name="Rectangle 2" descr="{&quot;templafy&quot;:{&quot;id&quot;:&quot;e71f292f-c887-405d-8ce7-c2554695bcfc&quot;}}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73" y="313025"/>
            <a:ext cx="2221200" cy="4608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A891F29F-BED8-4555-9938-829D3AC33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5" y="1098178"/>
            <a:ext cx="7958210" cy="1792800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3654089-CB0E-4321-8557-8E0B4ACD84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027" y="3123868"/>
            <a:ext cx="3650486" cy="1356057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05765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9B6FC2A-29C4-4742-B32D-604659C0CB22}"/>
              </a:ext>
            </a:extLst>
          </p:cNvPr>
          <p:cNvSpPr txBox="1"/>
          <p:nvPr userDrawn="1"/>
        </p:nvSpPr>
        <p:spPr>
          <a:xfrm>
            <a:off x="828000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000">
                <a:solidFill>
                  <a:schemeClr val="tx1"/>
                </a:solidFill>
              </a:rPr>
              <a:t>From </a:t>
            </a:r>
            <a:r>
              <a:rPr lang="en-GB" sz="1000" err="1">
                <a:solidFill>
                  <a:schemeClr val="tx1"/>
                </a:solidFill>
              </a:rPr>
              <a:t>insight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to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impact</a:t>
            </a:r>
            <a:r>
              <a:rPr lang="en-GB" sz="10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1CACC6D5-D1D4-442A-84CB-4AA5E5B9ECD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965200" y="0"/>
            <a:ext cx="31788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pic>
        <p:nvPicPr>
          <p:cNvPr id="1311272286" name="Rectangle 8" descr="{&quot;templafy&quot;:{&quot;id&quot;:&quot;51713646-4b5d-4189-98b0-0b0bb394ba3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13025"/>
            <a:ext cx="2221200" cy="460800"/>
          </a:xfrm>
          <a:prstGeom prst="rect">
            <a:avLst/>
          </a:prstGeom>
        </p:spPr>
      </p:pic>
      <p:sp>
        <p:nvSpPr>
          <p:cNvPr id="10" name="Title 4">
            <a:extLst>
              <a:ext uri="{FF2B5EF4-FFF2-40B4-BE49-F238E27FC236}">
                <a16:creationId xmlns:a16="http://schemas.microsoft.com/office/drawing/2014/main" id="{80E529E2-449E-41BE-B0F7-70294EC17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764489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3CEDF5E3-A68C-469F-902C-69F694A0D4F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034391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9096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9">
            <a:extLst>
              <a:ext uri="{FF2B5EF4-FFF2-40B4-BE49-F238E27FC236}">
                <a16:creationId xmlns:a16="http://schemas.microsoft.com/office/drawing/2014/main" id="{2B100237-7431-49D0-8F7C-9E1F2717B96C}"/>
              </a:ext>
            </a:extLst>
          </p:cNvPr>
          <p:cNvSpPr/>
          <p:nvPr userDrawn="1"/>
        </p:nvSpPr>
        <p:spPr>
          <a:xfrm>
            <a:off x="5761585" y="1624745"/>
            <a:ext cx="2419577" cy="2689737"/>
          </a:xfrm>
          <a:custGeom>
            <a:avLst/>
            <a:gdLst>
              <a:gd name="connsiteX0" fmla="*/ 0 w 1861343"/>
              <a:gd name="connsiteY0" fmla="*/ 0 h 2329962"/>
              <a:gd name="connsiteX1" fmla="*/ 1861343 w 1861343"/>
              <a:gd name="connsiteY1" fmla="*/ 0 h 2329962"/>
              <a:gd name="connsiteX2" fmla="*/ 1861343 w 1861343"/>
              <a:gd name="connsiteY2" fmla="*/ 2329962 h 2329962"/>
              <a:gd name="connsiteX3" fmla="*/ 0 w 1861343"/>
              <a:gd name="connsiteY3" fmla="*/ 2329962 h 2329962"/>
              <a:gd name="connsiteX4" fmla="*/ 0 w 1861343"/>
              <a:gd name="connsiteY4" fmla="*/ 0 h 2329962"/>
              <a:gd name="connsiteX0" fmla="*/ 0 w 3408789"/>
              <a:gd name="connsiteY0" fmla="*/ 852854 h 2329962"/>
              <a:gd name="connsiteX1" fmla="*/ 3408789 w 3408789"/>
              <a:gd name="connsiteY1" fmla="*/ 0 h 2329962"/>
              <a:gd name="connsiteX2" fmla="*/ 3408789 w 3408789"/>
              <a:gd name="connsiteY2" fmla="*/ 2329962 h 2329962"/>
              <a:gd name="connsiteX3" fmla="*/ 1547446 w 3408789"/>
              <a:gd name="connsiteY3" fmla="*/ 2329962 h 2329962"/>
              <a:gd name="connsiteX4" fmla="*/ 0 w 3408789"/>
              <a:gd name="connsiteY4" fmla="*/ 852854 h 2329962"/>
              <a:gd name="connsiteX0" fmla="*/ 0 w 3408789"/>
              <a:gd name="connsiteY0" fmla="*/ 852854 h 3516924"/>
              <a:gd name="connsiteX1" fmla="*/ 3408789 w 3408789"/>
              <a:gd name="connsiteY1" fmla="*/ 0 h 3516924"/>
              <a:gd name="connsiteX2" fmla="*/ 3408789 w 3408789"/>
              <a:gd name="connsiteY2" fmla="*/ 2329962 h 3516924"/>
              <a:gd name="connsiteX3" fmla="*/ 483577 w 3408789"/>
              <a:gd name="connsiteY3" fmla="*/ 3516924 h 3516924"/>
              <a:gd name="connsiteX4" fmla="*/ 0 w 3408789"/>
              <a:gd name="connsiteY4" fmla="*/ 852854 h 3516924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483577 w 3417582"/>
              <a:gd name="connsiteY3" fmla="*/ 3516924 h 3789485"/>
              <a:gd name="connsiteX4" fmla="*/ 0 w 3417582"/>
              <a:gd name="connsiteY4" fmla="*/ 852854 h 3789485"/>
              <a:gd name="connsiteX0" fmla="*/ 0 w 3417582"/>
              <a:gd name="connsiteY0" fmla="*/ 852854 h 3789485"/>
              <a:gd name="connsiteX1" fmla="*/ 3408789 w 3417582"/>
              <a:gd name="connsiteY1" fmla="*/ 0 h 3789485"/>
              <a:gd name="connsiteX2" fmla="*/ 3417582 w 3417582"/>
              <a:gd name="connsiteY2" fmla="*/ 3789485 h 3789485"/>
              <a:gd name="connsiteX3" fmla="*/ 501162 w 3417582"/>
              <a:gd name="connsiteY3" fmla="*/ 3570549 h 3789485"/>
              <a:gd name="connsiteX4" fmla="*/ 0 w 3417582"/>
              <a:gd name="connsiteY4" fmla="*/ 852854 h 3789485"/>
              <a:gd name="connsiteX0" fmla="*/ 0 w 3408789"/>
              <a:gd name="connsiteY0" fmla="*/ 852854 h 3852049"/>
              <a:gd name="connsiteX1" fmla="*/ 3408789 w 3408789"/>
              <a:gd name="connsiteY1" fmla="*/ 0 h 3852049"/>
              <a:gd name="connsiteX2" fmla="*/ 3399997 w 3408789"/>
              <a:gd name="connsiteY2" fmla="*/ 3852049 h 3852049"/>
              <a:gd name="connsiteX3" fmla="*/ 501162 w 3408789"/>
              <a:gd name="connsiteY3" fmla="*/ 3570549 h 3852049"/>
              <a:gd name="connsiteX4" fmla="*/ 0 w 3408789"/>
              <a:gd name="connsiteY4" fmla="*/ 852854 h 3852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8789" h="3852049">
                <a:moveTo>
                  <a:pt x="0" y="852854"/>
                </a:moveTo>
                <a:lnTo>
                  <a:pt x="3408789" y="0"/>
                </a:lnTo>
                <a:cubicBezTo>
                  <a:pt x="3405858" y="1284016"/>
                  <a:pt x="3402928" y="2568033"/>
                  <a:pt x="3399997" y="3852049"/>
                </a:cubicBezTo>
                <a:lnTo>
                  <a:pt x="501162" y="3570549"/>
                </a:lnTo>
                <a:lnTo>
                  <a:pt x="0" y="852854"/>
                </a:lnTo>
                <a:close/>
              </a:path>
            </a:pathLst>
          </a:custGeom>
          <a:noFill/>
          <a:ln w="508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9714C5-06E3-4370-A728-9DC7B080DE43}"/>
              </a:ext>
            </a:extLst>
          </p:cNvPr>
          <p:cNvSpPr txBox="1"/>
          <p:nvPr userDrawn="1"/>
        </p:nvSpPr>
        <p:spPr>
          <a:xfrm>
            <a:off x="6787662" y="4613375"/>
            <a:ext cx="1997563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GB" sz="1000">
                <a:solidFill>
                  <a:schemeClr val="tx1"/>
                </a:solidFill>
              </a:rPr>
              <a:t>From </a:t>
            </a:r>
            <a:r>
              <a:rPr lang="en-GB" sz="1000" err="1">
                <a:solidFill>
                  <a:schemeClr val="tx1"/>
                </a:solidFill>
              </a:rPr>
              <a:t>insight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to</a:t>
            </a:r>
            <a:r>
              <a:rPr lang="en-GB" sz="1000">
                <a:solidFill>
                  <a:schemeClr val="tx1"/>
                </a:solidFill>
              </a:rPr>
              <a:t> </a:t>
            </a:r>
            <a:r>
              <a:rPr lang="en-GB" sz="1000" err="1">
                <a:solidFill>
                  <a:schemeClr val="tx1"/>
                </a:solidFill>
              </a:rPr>
              <a:t>impact</a:t>
            </a:r>
            <a:r>
              <a:rPr lang="en-GB" sz="100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057249515" name="Rectangle 7" descr="{&quot;templafy&quot;:{&quot;id&quot;:&quot;5cce6515-ac04-4d9a-8376-12efa4e71373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75" y="313025"/>
            <a:ext cx="2221200" cy="460800"/>
          </a:xfrm>
          <a:prstGeom prst="rect">
            <a:avLst/>
          </a:prstGeom>
        </p:spPr>
      </p:pic>
      <p:sp>
        <p:nvSpPr>
          <p:cNvPr id="13" name="Title 4">
            <a:extLst>
              <a:ext uri="{FF2B5EF4-FFF2-40B4-BE49-F238E27FC236}">
                <a16:creationId xmlns:a16="http://schemas.microsoft.com/office/drawing/2014/main" id="{77013848-41F0-44AD-9301-BEF9A1A48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3" y="1276350"/>
            <a:ext cx="4503600" cy="1942874"/>
          </a:xfrm>
        </p:spPr>
        <p:txBody>
          <a:bodyPr anchor="b"/>
          <a:lstStyle>
            <a:lvl1pPr>
              <a:lnSpc>
                <a:spcPts val="42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8245421C-670F-4227-B79D-994FE547F9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1027" y="3452115"/>
            <a:ext cx="3650486" cy="1027810"/>
          </a:xfrm>
        </p:spPr>
        <p:txBody>
          <a:bodyPr>
            <a:normAutofit/>
          </a:bodyPr>
          <a:lstStyle>
            <a:lvl1pPr marL="0" indent="0">
              <a:spcAft>
                <a:spcPts val="0"/>
              </a:spcAft>
              <a:buFont typeface="Arial" panose="020B0604020202020204" pitchFamily="34" charset="0"/>
              <a:buNone/>
              <a:defRPr sz="1600"/>
            </a:lvl1pPr>
            <a:lvl2pPr marL="0" indent="0">
              <a:spcAft>
                <a:spcPts val="0"/>
              </a:spcAft>
              <a:buNone/>
              <a:defRPr sz="1600"/>
            </a:lvl2pPr>
            <a:lvl3pPr marL="0" indent="0">
              <a:spcAft>
                <a:spcPts val="0"/>
              </a:spcAft>
              <a:buNone/>
              <a:defRPr sz="1600"/>
            </a:lvl3pPr>
            <a:lvl4pPr marL="0" indent="0">
              <a:spcAft>
                <a:spcPts val="0"/>
              </a:spcAft>
              <a:buNone/>
              <a:defRPr sz="1600"/>
            </a:lvl4pPr>
            <a:lvl5pPr marL="0" indent="0">
              <a:spcAft>
                <a:spcPts val="0"/>
              </a:spcAft>
              <a:buNone/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endParaRPr lang="en-GB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334A812-F883-AF52-F92E-916B48E7D3E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52800" y="447950"/>
            <a:ext cx="3404886" cy="3798786"/>
          </a:xfrm>
          <a:custGeom>
            <a:avLst/>
            <a:gdLst>
              <a:gd name="connsiteX0" fmla="*/ 0 w 3392932"/>
              <a:gd name="connsiteY0" fmla="*/ 0 h 3804762"/>
              <a:gd name="connsiteX1" fmla="*/ 3392932 w 3392932"/>
              <a:gd name="connsiteY1" fmla="*/ 0 h 3804762"/>
              <a:gd name="connsiteX2" fmla="*/ 3392932 w 3392932"/>
              <a:gd name="connsiteY2" fmla="*/ 3804762 h 3804762"/>
              <a:gd name="connsiteX3" fmla="*/ 0 w 3392932"/>
              <a:gd name="connsiteY3" fmla="*/ 3804762 h 3804762"/>
              <a:gd name="connsiteX4" fmla="*/ 0 w 3392932"/>
              <a:gd name="connsiteY4" fmla="*/ 0 h 3804762"/>
              <a:gd name="connsiteX0" fmla="*/ 741082 w 3392932"/>
              <a:gd name="connsiteY0" fmla="*/ 753035 h 3804762"/>
              <a:gd name="connsiteX1" fmla="*/ 3392932 w 3392932"/>
              <a:gd name="connsiteY1" fmla="*/ 0 h 3804762"/>
              <a:gd name="connsiteX2" fmla="*/ 3392932 w 3392932"/>
              <a:gd name="connsiteY2" fmla="*/ 3804762 h 3804762"/>
              <a:gd name="connsiteX3" fmla="*/ 0 w 3392932"/>
              <a:gd name="connsiteY3" fmla="*/ 3804762 h 3804762"/>
              <a:gd name="connsiteX4" fmla="*/ 741082 w 3392932"/>
              <a:gd name="connsiteY4" fmla="*/ 753035 h 3804762"/>
              <a:gd name="connsiteX0" fmla="*/ 0 w 2651850"/>
              <a:gd name="connsiteY0" fmla="*/ 753035 h 3804762"/>
              <a:gd name="connsiteX1" fmla="*/ 2651850 w 2651850"/>
              <a:gd name="connsiteY1" fmla="*/ 0 h 3804762"/>
              <a:gd name="connsiteX2" fmla="*/ 2651850 w 2651850"/>
              <a:gd name="connsiteY2" fmla="*/ 3804762 h 3804762"/>
              <a:gd name="connsiteX3" fmla="*/ 29883 w 2651850"/>
              <a:gd name="connsiteY3" fmla="*/ 3380433 h 3804762"/>
              <a:gd name="connsiteX4" fmla="*/ 0 w 2651850"/>
              <a:gd name="connsiteY4" fmla="*/ 753035 h 3804762"/>
              <a:gd name="connsiteX0" fmla="*/ 239058 w 2890908"/>
              <a:gd name="connsiteY0" fmla="*/ 753035 h 3804762"/>
              <a:gd name="connsiteX1" fmla="*/ 2890908 w 2890908"/>
              <a:gd name="connsiteY1" fmla="*/ 0 h 3804762"/>
              <a:gd name="connsiteX2" fmla="*/ 2890908 w 2890908"/>
              <a:gd name="connsiteY2" fmla="*/ 3804762 h 3804762"/>
              <a:gd name="connsiteX3" fmla="*/ 0 w 2890908"/>
              <a:gd name="connsiteY3" fmla="*/ 3517892 h 3804762"/>
              <a:gd name="connsiteX4" fmla="*/ 239058 w 2890908"/>
              <a:gd name="connsiteY4" fmla="*/ 753035 h 3804762"/>
              <a:gd name="connsiteX0" fmla="*/ 0 w 3410862"/>
              <a:gd name="connsiteY0" fmla="*/ 842682 h 3804762"/>
              <a:gd name="connsiteX1" fmla="*/ 3410862 w 3410862"/>
              <a:gd name="connsiteY1" fmla="*/ 0 h 3804762"/>
              <a:gd name="connsiteX2" fmla="*/ 3410862 w 3410862"/>
              <a:gd name="connsiteY2" fmla="*/ 3804762 h 3804762"/>
              <a:gd name="connsiteX3" fmla="*/ 519954 w 3410862"/>
              <a:gd name="connsiteY3" fmla="*/ 3517892 h 3804762"/>
              <a:gd name="connsiteX4" fmla="*/ 0 w 3410862"/>
              <a:gd name="connsiteY4" fmla="*/ 842682 h 3804762"/>
              <a:gd name="connsiteX0" fmla="*/ 0 w 3410862"/>
              <a:gd name="connsiteY0" fmla="*/ 842682 h 3517892"/>
              <a:gd name="connsiteX1" fmla="*/ 3410862 w 3410862"/>
              <a:gd name="connsiteY1" fmla="*/ 0 h 3517892"/>
              <a:gd name="connsiteX2" fmla="*/ 3034344 w 3410862"/>
              <a:gd name="connsiteY2" fmla="*/ 3398362 h 3517892"/>
              <a:gd name="connsiteX3" fmla="*/ 519954 w 3410862"/>
              <a:gd name="connsiteY3" fmla="*/ 3517892 h 3517892"/>
              <a:gd name="connsiteX4" fmla="*/ 0 w 3410862"/>
              <a:gd name="connsiteY4" fmla="*/ 842682 h 3517892"/>
              <a:gd name="connsiteX0" fmla="*/ 0 w 3410862"/>
              <a:gd name="connsiteY0" fmla="*/ 842682 h 3774879"/>
              <a:gd name="connsiteX1" fmla="*/ 3410862 w 3410862"/>
              <a:gd name="connsiteY1" fmla="*/ 0 h 3774879"/>
              <a:gd name="connsiteX2" fmla="*/ 3410862 w 3410862"/>
              <a:gd name="connsiteY2" fmla="*/ 3774879 h 3774879"/>
              <a:gd name="connsiteX3" fmla="*/ 519954 w 3410862"/>
              <a:gd name="connsiteY3" fmla="*/ 3517892 h 3774879"/>
              <a:gd name="connsiteX4" fmla="*/ 0 w 3410862"/>
              <a:gd name="connsiteY4" fmla="*/ 842682 h 3774879"/>
              <a:gd name="connsiteX0" fmla="*/ 0 w 3410862"/>
              <a:gd name="connsiteY0" fmla="*/ 842682 h 3810738"/>
              <a:gd name="connsiteX1" fmla="*/ 3410862 w 3410862"/>
              <a:gd name="connsiteY1" fmla="*/ 0 h 3810738"/>
              <a:gd name="connsiteX2" fmla="*/ 3404886 w 3410862"/>
              <a:gd name="connsiteY2" fmla="*/ 3810738 h 3810738"/>
              <a:gd name="connsiteX3" fmla="*/ 519954 w 3410862"/>
              <a:gd name="connsiteY3" fmla="*/ 3517892 h 3810738"/>
              <a:gd name="connsiteX4" fmla="*/ 0 w 3410862"/>
              <a:gd name="connsiteY4" fmla="*/ 842682 h 3810738"/>
              <a:gd name="connsiteX0" fmla="*/ 0 w 3404886"/>
              <a:gd name="connsiteY0" fmla="*/ 280894 h 3248950"/>
              <a:gd name="connsiteX1" fmla="*/ 3135945 w 3404886"/>
              <a:gd name="connsiteY1" fmla="*/ 0 h 3248950"/>
              <a:gd name="connsiteX2" fmla="*/ 3404886 w 3404886"/>
              <a:gd name="connsiteY2" fmla="*/ 3248950 h 3248950"/>
              <a:gd name="connsiteX3" fmla="*/ 519954 w 3404886"/>
              <a:gd name="connsiteY3" fmla="*/ 2956104 h 3248950"/>
              <a:gd name="connsiteX4" fmla="*/ 0 w 3404886"/>
              <a:gd name="connsiteY4" fmla="*/ 280894 h 3248950"/>
              <a:gd name="connsiteX0" fmla="*/ 0 w 3404886"/>
              <a:gd name="connsiteY0" fmla="*/ 830730 h 3798786"/>
              <a:gd name="connsiteX1" fmla="*/ 3404886 w 3404886"/>
              <a:gd name="connsiteY1" fmla="*/ 0 h 3798786"/>
              <a:gd name="connsiteX2" fmla="*/ 3404886 w 3404886"/>
              <a:gd name="connsiteY2" fmla="*/ 3798786 h 3798786"/>
              <a:gd name="connsiteX3" fmla="*/ 519954 w 3404886"/>
              <a:gd name="connsiteY3" fmla="*/ 3505940 h 3798786"/>
              <a:gd name="connsiteX4" fmla="*/ 0 w 3404886"/>
              <a:gd name="connsiteY4" fmla="*/ 830730 h 3798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04886" h="3798786">
                <a:moveTo>
                  <a:pt x="0" y="830730"/>
                </a:moveTo>
                <a:lnTo>
                  <a:pt x="3404886" y="0"/>
                </a:lnTo>
                <a:lnTo>
                  <a:pt x="3404886" y="3798786"/>
                </a:lnTo>
                <a:lnTo>
                  <a:pt x="519954" y="3505940"/>
                </a:lnTo>
                <a:lnTo>
                  <a:pt x="0" y="83073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45163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picture containing skating, building, ramp, board&#10;&#10;Description automatically generated">
            <a:extLst>
              <a:ext uri="{FF2B5EF4-FFF2-40B4-BE49-F238E27FC236}">
                <a16:creationId xmlns:a16="http://schemas.microsoft.com/office/drawing/2014/main" id="{71655C6F-D683-4181-8A76-C2CF9E2F41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763"/>
          <a:stretch/>
        </p:blipFill>
        <p:spPr>
          <a:xfrm>
            <a:off x="5963683" y="0"/>
            <a:ext cx="3180318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5464509" cy="675727"/>
          </a:xfrm>
        </p:spPr>
        <p:txBody>
          <a:bodyPr/>
          <a:lstStyle>
            <a:lvl1pPr>
              <a:lnSpc>
                <a:spcPts val="4400"/>
              </a:lnSpc>
              <a:defRPr sz="4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F3237B-A6D8-401E-A0E8-75ED37DDC0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8775" y="1276350"/>
            <a:ext cx="5000404" cy="3203575"/>
          </a:xfrm>
        </p:spPr>
        <p:txBody>
          <a:bodyPr>
            <a:normAutofit/>
          </a:bodyPr>
          <a:lstStyle>
            <a:lvl1pPr marL="396000" indent="-396000">
              <a:spcAft>
                <a:spcPts val="600"/>
              </a:spcAft>
              <a:buFont typeface="+mj-lt"/>
              <a:buAutoNum type="arabicPeriod"/>
              <a:defRPr sz="1600"/>
            </a:lvl1pPr>
            <a:lvl2pPr marL="720000" indent="-288000">
              <a:spcAft>
                <a:spcPts val="400"/>
              </a:spcAft>
              <a:buFont typeface="Arial" panose="020B0604020202020204" pitchFamily="34" charset="0"/>
              <a:buChar char="‒"/>
              <a:defRPr sz="1600"/>
            </a:lvl2pPr>
            <a:lvl3pPr marL="1008000" indent="-288000">
              <a:spcAft>
                <a:spcPts val="400"/>
              </a:spcAft>
              <a:buSzPct val="110000"/>
              <a:buFont typeface="Arial" panose="020B0604020202020204" pitchFamily="34" charset="0"/>
              <a:buChar char="•"/>
              <a:defRPr sz="1600"/>
            </a:lvl3pPr>
            <a:lvl4pPr marL="1296000" indent="-288000">
              <a:spcAft>
                <a:spcPts val="400"/>
              </a:spcAft>
              <a:buFont typeface="Arial" panose="020B0604020202020204" pitchFamily="34" charset="0"/>
              <a:buChar char="◦"/>
              <a:defRPr sz="1600"/>
            </a:lvl4pPr>
            <a:lvl5pPr marL="1296000" indent="-288000">
              <a:spcAft>
                <a:spcPts val="400"/>
              </a:spcAft>
              <a:buFont typeface="Arial" panose="020B0604020202020204" pitchFamily="34" charset="0"/>
              <a:buChar char="◦"/>
              <a:defRPr sz="1600"/>
            </a:lvl5pPr>
            <a:lvl6pPr marL="1296000" indent="-288000">
              <a:defRPr sz="1600"/>
            </a:lvl6pPr>
            <a:lvl7pPr marL="1296000" indent="-288000">
              <a:defRPr sz="1600"/>
            </a:lvl7pPr>
            <a:lvl8pPr marL="1296000" indent="-288000">
              <a:defRPr sz="1600"/>
            </a:lvl8pPr>
            <a:lvl9pPr marL="1296000" indent="-288000"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 err="1"/>
              <a:t>Zweite</a:t>
            </a:r>
            <a:r>
              <a:rPr lang="en-GB"/>
              <a:t> Ebene</a:t>
            </a:r>
          </a:p>
          <a:p>
            <a:pPr lvl="2"/>
            <a:r>
              <a:rPr lang="en-GB" err="1"/>
              <a:t>Dritte</a:t>
            </a:r>
            <a:r>
              <a:rPr lang="en-GB"/>
              <a:t> Ebene</a:t>
            </a:r>
          </a:p>
          <a:p>
            <a:pPr lvl="3"/>
            <a:r>
              <a:rPr lang="en-GB" err="1"/>
              <a:t>Vierte</a:t>
            </a:r>
            <a:r>
              <a:rPr lang="en-GB"/>
              <a:t> Ebene</a:t>
            </a:r>
          </a:p>
          <a:p>
            <a:pPr lvl="4"/>
            <a:r>
              <a:rPr lang="en-GB" err="1"/>
              <a:t>Fünfte</a:t>
            </a:r>
            <a:r>
              <a:rPr lang="en-GB"/>
              <a:t> Ebene</a:t>
            </a:r>
          </a:p>
          <a:p>
            <a:pPr lvl="5"/>
            <a:r>
              <a:rPr lang="en-GB" err="1"/>
              <a:t>Sechste</a:t>
            </a:r>
            <a:r>
              <a:rPr lang="en-GB"/>
              <a:t> Ebene</a:t>
            </a:r>
          </a:p>
          <a:p>
            <a:pPr lvl="6"/>
            <a:r>
              <a:rPr lang="en-GB" err="1"/>
              <a:t>Siebte</a:t>
            </a:r>
            <a:r>
              <a:rPr lang="en-GB"/>
              <a:t> Ebene</a:t>
            </a:r>
          </a:p>
          <a:p>
            <a:pPr lvl="7"/>
            <a:r>
              <a:rPr lang="en-GB" err="1"/>
              <a:t>Achte</a:t>
            </a:r>
            <a:r>
              <a:rPr lang="en-GB"/>
              <a:t> Ebene</a:t>
            </a:r>
          </a:p>
          <a:p>
            <a:pPr lvl="8"/>
            <a:r>
              <a:rPr lang="en-GB" err="1"/>
              <a:t>Neunte</a:t>
            </a:r>
            <a:r>
              <a:rPr lang="en-GB"/>
              <a:t> Ebene</a:t>
            </a:r>
          </a:p>
        </p:txBody>
      </p:sp>
      <p:sp>
        <p:nvSpPr>
          <p:cNvPr id="13" name="Rectangle 12" descr="{&quot;templafy&quot;:{&quot;id&quot;:&quot;57fa69e2-e601-4bd0-9df7-d22060b419e4&quot;}}" hidden="1">
            <a:extLst>
              <a:ext uri="{FF2B5EF4-FFF2-40B4-BE49-F238E27FC236}">
                <a16:creationId xmlns:a16="http://schemas.microsoft.com/office/drawing/2014/main" id="{829DC8B1-9D54-4E8C-B174-7B9355FD57F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996A659-F272-FD50-65D2-285E28569550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49C4DE21-6B1C-1D32-611F-A475D067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0C5F4D98-1367-F2BD-57DF-11531683912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1" name="Rectangle 10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649014B4-8A96-0B64-4ABB-963D239BD6E9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4" name="Rectangle 13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4FFF5A03-CA94-2A40-1138-F49CF1EE9231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2341394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2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AA3A5247-554A-42FF-BCCF-A11D65465AA4}"/>
              </a:ext>
            </a:extLst>
          </p:cNvPr>
          <p:cNvSpPr>
            <a:spLocks noChangeAspect="1"/>
          </p:cNvSpPr>
          <p:nvPr userDrawn="1"/>
        </p:nvSpPr>
        <p:spPr>
          <a:xfrm>
            <a:off x="4572001" y="3166310"/>
            <a:ext cx="4572000" cy="5009983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7247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DC68F798-C07C-4BF8-8573-0552735B83E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B88CA-EB6E-49E8-8E20-86448C522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8000" y="376238"/>
            <a:ext cx="7237225" cy="2496171"/>
          </a:xfrm>
        </p:spPr>
        <p:txBody>
          <a:bodyPr anchor="b">
            <a:normAutofit/>
          </a:bodyPr>
          <a:lstStyle>
            <a:lvl1pPr marL="0" indent="0" algn="l">
              <a:lnSpc>
                <a:spcPts val="5200"/>
              </a:lnSpc>
              <a:buFont typeface="+mj-lt"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182261-379D-435B-BB30-A2A9B6CF3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48000" y="3001618"/>
            <a:ext cx="6025617" cy="1478308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11387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zwei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7A6B4-FE62-49DA-AB92-A00E16DDD4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58776" y="1276349"/>
            <a:ext cx="4122738" cy="3203576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4DB25E-F340-4288-90DE-3831A8F499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62487" y="1276350"/>
            <a:ext cx="4122737" cy="3203575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Rectangle 6" descr="{&quot;templafy&quot;:{&quot;id&quot;:&quot;2f4be301-7db5-44d0-ae7c-4ec34c731e7b&quot;}}" hidden="1">
            <a:extLst>
              <a:ext uri="{FF2B5EF4-FFF2-40B4-BE49-F238E27FC236}">
                <a16:creationId xmlns:a16="http://schemas.microsoft.com/office/drawing/2014/main" id="{B915E154-BDC4-452C-BDE7-882BE349B509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1DC7FD6-78B5-D37D-A962-B78595D23753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ACBBA7C-1793-BDDC-FE22-C995AF39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12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AD8275D9-1FE2-A52D-09BD-FF0D016C412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4" name="Rectangle 13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2D774627-C965-756D-B30B-E10E54C17F8B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5" name="Rectangle 14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81A0655A-9E62-C06F-FD70-9D47055CFC90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850542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D5294-8509-42D7-B32F-8FB3BCBB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DFF60-9E69-4915-A0DD-67FF25328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Rectangle 8" descr="{&quot;templafy&quot;:{&quot;id&quot;:&quot;41d8c364-9428-4db7-aa0c-4eaa985a9522&quot;}}" hidden="1">
            <a:extLst>
              <a:ext uri="{FF2B5EF4-FFF2-40B4-BE49-F238E27FC236}">
                <a16:creationId xmlns:a16="http://schemas.microsoft.com/office/drawing/2014/main" id="{2B2F7145-7DCA-4B3F-A8AE-07622CB5DF8E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3A8DF6F-0F56-3257-EBDA-56E41644FAFB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D0BE63-4096-A535-D71C-3CEE24B4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BDB8732E-F13D-603A-B3F8-83C12A4E6D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0" name="Rectangle 9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A4AF5C95-C949-81DC-D669-38210C0547DB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4" name="Rectangle 13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A2D82699-381C-3AE9-44CD-10F0582A2BBA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4154111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zwei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4952E-FCB6-493B-899A-78F0FFCB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58774" y="1276350"/>
            <a:ext cx="4213225" cy="3203576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1276350"/>
            <a:ext cx="4213225" cy="3203575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5" name="Rectangle 14" descr="{&quot;templafy&quot;:{&quot;id&quot;:&quot;0ff56024-4d1f-4773-bfc1-9ba6a6a51b39&quot;}}" hidden="1">
            <a:extLst>
              <a:ext uri="{FF2B5EF4-FFF2-40B4-BE49-F238E27FC236}">
                <a16:creationId xmlns:a16="http://schemas.microsoft.com/office/drawing/2014/main" id="{544AC9A2-9666-4133-BC67-BE44B6459332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828AA86-4257-6F97-61D5-8126E02D1F1E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BE3CB348-12A7-965A-4290-4B67ED162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53B0BF2C-A6C0-9504-CEE9-C1C1C729EFE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9" name="Rectangle 8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4ADBBC90-46EC-30E2-B8CC-509E30071567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4" name="Rectangle 13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BA02F510-AE6D-4051-C6F9-2B2B39A47E41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3479676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Bilder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6547A73-96B4-4B49-A320-28015EA72F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4571999" cy="38875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43F6FA5C-D25E-4346-815E-CF6B33F724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0" y="0"/>
            <a:ext cx="4572000" cy="3887599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FAD45-6EEE-4522-8CA6-5189DCDD48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8775" y="3989388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7F9A9E-BA08-4C8F-96E1-0E7C7D71B39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2487" y="3989387"/>
            <a:ext cx="4122738" cy="490537"/>
          </a:xfrm>
        </p:spPr>
        <p:txBody>
          <a:bodyPr anchor="b">
            <a:norm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0" indent="0">
              <a:buNone/>
              <a:defRPr sz="1400"/>
            </a:lvl2pPr>
            <a:lvl3pPr marL="0" indent="0">
              <a:buNone/>
              <a:defRPr sz="1400"/>
            </a:lvl3pPr>
            <a:lvl4pPr marL="0" indent="0">
              <a:buNone/>
              <a:defRPr sz="1400"/>
            </a:lvl4pPr>
            <a:lvl5pPr marL="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Rectangle 15" descr="{&quot;templafy&quot;:{&quot;id&quot;:&quot;4780b9c7-75d7-49af-995d-3035d682835c&quot;}}" hidden="1">
            <a:extLst>
              <a:ext uri="{FF2B5EF4-FFF2-40B4-BE49-F238E27FC236}">
                <a16:creationId xmlns:a16="http://schemas.microsoft.com/office/drawing/2014/main" id="{97ACC166-7757-4B59-A180-1D797D03E7B1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B6076EB4-F755-4C21-00F7-8A448E1EF3B1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51B7B72-6F46-8B5E-CFCE-2C40E7C6E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DD865BEC-A047-C82E-38E0-D8C2ED5B75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9" name="Rectangle 8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F6ED04CD-52C8-47E2-CA03-951B59EA3E9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5" name="Rectangle 14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41661903-13D9-9366-C1BF-B6B35F6F471C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20812013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F4CC-30A2-4B7B-BA9D-1A66D4764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2" name="Rectangle 11" descr="{&quot;templafy&quot;:{&quot;id&quot;:&quot;0bfa71f2-5450-4936-a878-527a7ee69f0e&quot;}}" hidden="1">
            <a:extLst>
              <a:ext uri="{FF2B5EF4-FFF2-40B4-BE49-F238E27FC236}">
                <a16:creationId xmlns:a16="http://schemas.microsoft.com/office/drawing/2014/main" id="{87F7EA06-4518-4086-9E1C-ACD1F4782ADD}"/>
              </a:ext>
            </a:extLst>
          </p:cNvPr>
          <p:cNvSpPr/>
          <p:nvPr userDrawn="1"/>
        </p:nvSpPr>
        <p:spPr>
          <a:xfrm>
            <a:off x="358775" y="4768290"/>
            <a:ext cx="2569063" cy="188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 u="none">
                <a:solidFill>
                  <a:schemeClr val="tx1"/>
                </a:solidFill>
              </a:rPr>
              <a:t>School of Finance (SoF-HSG)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79255CD-4FAC-0CAA-FA66-EB78CF3B2035}"/>
              </a:ext>
            </a:extLst>
          </p:cNvPr>
          <p:cNvSpPr>
            <a:spLocks noChangeAspect="1"/>
          </p:cNvSpPr>
          <p:nvPr userDrawn="1"/>
        </p:nvSpPr>
        <p:spPr>
          <a:xfrm>
            <a:off x="8570473" y="4701166"/>
            <a:ext cx="213389" cy="233831"/>
          </a:xfrm>
          <a:custGeom>
            <a:avLst/>
            <a:gdLst>
              <a:gd name="connsiteX0" fmla="*/ 0 w 3106057"/>
              <a:gd name="connsiteY0" fmla="*/ 711200 h 3403600"/>
              <a:gd name="connsiteX1" fmla="*/ 3106057 w 3106057"/>
              <a:gd name="connsiteY1" fmla="*/ 0 h 3403600"/>
              <a:gd name="connsiteX2" fmla="*/ 3106057 w 3106057"/>
              <a:gd name="connsiteY2" fmla="*/ 3403600 h 3403600"/>
              <a:gd name="connsiteX3" fmla="*/ 449943 w 3106057"/>
              <a:gd name="connsiteY3" fmla="*/ 3222171 h 3403600"/>
              <a:gd name="connsiteX4" fmla="*/ 0 w 3106057"/>
              <a:gd name="connsiteY4" fmla="*/ 711200 h 3403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6057" h="3403600">
                <a:moveTo>
                  <a:pt x="0" y="711200"/>
                </a:moveTo>
                <a:lnTo>
                  <a:pt x="3106057" y="0"/>
                </a:lnTo>
                <a:lnTo>
                  <a:pt x="3106057" y="3403600"/>
                </a:lnTo>
                <a:lnTo>
                  <a:pt x="449943" y="3222171"/>
                </a:lnTo>
                <a:lnTo>
                  <a:pt x="0" y="7112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82C844E2-E511-DBF7-1CE7-0E81BA8CD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71600" y="4767263"/>
            <a:ext cx="216000" cy="273844"/>
          </a:xfrm>
        </p:spPr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Rectangle 9" descr="{&quot;templafy&quot;:{&quot;id&quot;:&quot;a686ddd6-f847-45d7-8410-5ee4c6292e19&quot;}}">
            <a:extLst>
              <a:ext uri="{FF2B5EF4-FFF2-40B4-BE49-F238E27FC236}">
                <a16:creationId xmlns:a16="http://schemas.microsoft.com/office/drawing/2014/main" id="{53F0B1EF-F75C-BF03-BFD4-332298EE5A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8775" y="4668427"/>
            <a:ext cx="1026000" cy="212400"/>
          </a:xfrm>
          <a:prstGeom prst="rect">
            <a:avLst/>
          </a:prstGeom>
        </p:spPr>
      </p:pic>
      <p:sp>
        <p:nvSpPr>
          <p:cNvPr id="10" name="Rectangle 9" descr="{&quot;templafy&quot;:{&quot;id&quot;:&quot;72a3a3be-e050-47d5-94d9-e6cb5f8c7f03&quot;}}">
            <a:extLst>
              <a:ext uri="{FF2B5EF4-FFF2-40B4-BE49-F238E27FC236}">
                <a16:creationId xmlns:a16="http://schemas.microsoft.com/office/drawing/2014/main" id="{D9B2BCF8-92A1-2BD3-C63A-5384BE781D81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March 2026</a:t>
            </a:r>
          </a:p>
        </p:txBody>
      </p:sp>
      <p:sp>
        <p:nvSpPr>
          <p:cNvPr id="11" name="Rectangle 10" descr="{&quot;templafy&quot;:{&quot;id&quot;:&quot;8b77cfe1-601f-4616-9ce4-864cfa8534fd&quot;}}">
            <a:extLst>
              <a:ext uri="{FF2B5EF4-FFF2-40B4-BE49-F238E27FC236}">
                <a16:creationId xmlns:a16="http://schemas.microsoft.com/office/drawing/2014/main" id="{50828103-FA40-77BE-B71E-489AFDE8121C}"/>
              </a:ext>
            </a:extLst>
          </p:cNvPr>
          <p:cNvSpPr/>
          <p:nvPr userDrawn="1"/>
        </p:nvSpPr>
        <p:spPr>
          <a:xfrm>
            <a:off x="2516261" y="4767263"/>
            <a:ext cx="3884539" cy="2254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Research Seminar – Topic Discussion</a:t>
            </a:r>
          </a:p>
        </p:txBody>
      </p:sp>
    </p:spTree>
    <p:extLst>
      <p:ext uri="{BB962C8B-B14F-4D97-AF65-F5344CB8AC3E}">
        <p14:creationId xmlns:p14="http://schemas.microsoft.com/office/powerpoint/2010/main" val="38514031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Vollflä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C11C186-C392-4982-A2C0-7824EE98FA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893341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schwarze Schrif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04120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 weisse Schrif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95F94A4-74DF-4FC6-AF8D-8F883B56E7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28000" y="735013"/>
            <a:ext cx="7957225" cy="2525712"/>
          </a:xfrm>
        </p:spPr>
        <p:txBody>
          <a:bodyPr anchor="b">
            <a:normAutofit/>
          </a:bodyPr>
          <a:lstStyle>
            <a:lvl1pPr marL="0">
              <a:lnSpc>
                <a:spcPct val="110000"/>
              </a:lnSpc>
              <a:buFontTx/>
              <a:buNone/>
              <a:defRPr sz="50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  <a:lvl2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2pPr>
            <a:lvl3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3pPr>
            <a:lvl4pPr marL="0" indent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4pPr>
            <a:lvl5pPr marL="0">
              <a:lnSpc>
                <a:spcPts val="5200"/>
              </a:lnSpc>
              <a:buFontTx/>
              <a:buNone/>
              <a:defRPr sz="5000">
                <a:solidFill>
                  <a:schemeClr val="tx1"/>
                </a:solidFill>
                <a:latin typeface="Gill Alt One MT Light" panose="020B0302020104020203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D8D12DF-4F43-44AF-B5F9-5E632D8CD5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27999" y="3548063"/>
            <a:ext cx="5741765" cy="931862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8851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bg2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855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D1F60-1436-43F1-AAD9-4C2415299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998" y="735013"/>
            <a:ext cx="5148000" cy="3728674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7900">
                <a:solidFill>
                  <a:schemeClr val="tx1"/>
                </a:solidFill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40949B5-E4F8-48A4-9D3A-2312F9CD460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25225" y="735013"/>
            <a:ext cx="2160000" cy="2160000"/>
          </a:xfrm>
        </p:spPr>
        <p:txBody>
          <a:bodyPr/>
          <a:lstStyle/>
          <a:p>
            <a:r>
              <a:rPr lang="en-GB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02494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0218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981B0-6792-4738-ACB8-050730738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000" y="1044000"/>
            <a:ext cx="7957225" cy="685801"/>
          </a:xfrm>
        </p:spPr>
        <p:txBody>
          <a:bodyPr/>
          <a:lstStyle>
            <a:lvl1pPr>
              <a:lnSpc>
                <a:spcPts val="5200"/>
              </a:lnSpc>
              <a:defRPr sz="5000">
                <a:latin typeface="Gill Sans Nova Light" panose="020B0302020104020203" pitchFamily="34" charset="0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87D0F6F-53A1-4152-9807-5EC1BBC88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28000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7824BC02-7B0E-4C56-B49A-5A28F9E62BE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8000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ADF580D6-76FA-48E5-A6F9-C7D7F9ECA0C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86816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D6CE2E2F-1BA4-4018-8B3C-5192B4A35E2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886816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780CD93-461B-4895-AFE1-B11CB717CAC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945933" y="2626419"/>
            <a:ext cx="1908000" cy="862219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7670DE1A-52CE-4331-B7C3-9D35588A29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45933" y="2090947"/>
            <a:ext cx="1908000" cy="504411"/>
          </a:xfrm>
        </p:spPr>
        <p:txBody>
          <a:bodyPr anchor="b">
            <a:noAutofit/>
          </a:bodyPr>
          <a:lstStyle>
            <a:lvl1pPr marL="0" indent="0">
              <a:lnSpc>
                <a:spcPts val="1400"/>
              </a:lnSpc>
              <a:buFont typeface="Arial" panose="020B0604020202020204" pitchFamily="34" charset="0"/>
              <a:buNone/>
              <a:defRPr sz="1400"/>
            </a:lvl1pPr>
            <a:lvl2pPr marL="0" indent="0">
              <a:lnSpc>
                <a:spcPts val="1400"/>
              </a:lnSpc>
              <a:buNone/>
              <a:defRPr sz="1000"/>
            </a:lvl2pPr>
            <a:lvl3pPr marL="0" indent="0">
              <a:lnSpc>
                <a:spcPts val="1400"/>
              </a:lnSpc>
              <a:buNone/>
              <a:defRPr sz="1000"/>
            </a:lvl3pPr>
            <a:lvl4pPr marL="0" indent="0">
              <a:lnSpc>
                <a:spcPts val="1400"/>
              </a:lnSpc>
              <a:buNone/>
              <a:defRPr sz="1000"/>
            </a:lvl4pPr>
            <a:lvl5pPr marL="0" indent="0">
              <a:lnSpc>
                <a:spcPts val="1400"/>
              </a:lnSpc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22201520" name="Rectangle 10" descr="{&quot;templafy&quot;:{&quot;id&quot;:&quot;83a1c2a2-c5ce-461f-94a3-7bf4eb5a6a7a&quot;}}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816" y="4048055"/>
            <a:ext cx="2221200" cy="460800"/>
          </a:xfrm>
          <a:prstGeom prst="rect">
            <a:avLst/>
          </a:prstGeom>
        </p:spPr>
      </p:pic>
      <p:sp>
        <p:nvSpPr>
          <p:cNvPr id="3" name="Rectangle 2" descr="{&quot;templafy&quot;:{&quot;id&quot;:&quot;6b7dbdc9-b930-48a1-b054-0486b079e669&quot;}}">
            <a:extLst>
              <a:ext uri="{FF2B5EF4-FFF2-40B4-BE49-F238E27FC236}">
                <a16:creationId xmlns:a16="http://schemas.microsoft.com/office/drawing/2014/main" id="{36F02173-B0F5-4193-B6FF-8607454762B4}"/>
              </a:ext>
            </a:extLst>
          </p:cNvPr>
          <p:cNvSpPr/>
          <p:nvPr userDrawn="1"/>
        </p:nvSpPr>
        <p:spPr>
          <a:xfrm>
            <a:off x="4945930" y="3515014"/>
            <a:ext cx="2038450" cy="9912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b"/>
          <a:lstStyle/>
          <a:p>
            <a:pPr algn="l">
              <a:lnSpc>
                <a:spcPts val="1200"/>
              </a:lnSpc>
            </a:pPr>
            <a:r>
              <a:rPr lang="en-GB" sz="1000">
                <a:solidFill>
                  <a:schemeClr val="tx1"/>
                </a:solidFill>
              </a:rPr>
              <a:t>School of Finance (SoF-HSG) 
Unterer Graben 21 
9000 St.Gallen 
unisg.ch/universitaet/schools/finance</a:t>
            </a:r>
          </a:p>
        </p:txBody>
      </p:sp>
    </p:spTree>
    <p:extLst>
      <p:ext uri="{BB962C8B-B14F-4D97-AF65-F5344CB8AC3E}">
        <p14:creationId xmlns:p14="http://schemas.microsoft.com/office/powerpoint/2010/main" val="5187094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072C7-786E-4CDF-B498-A0E43C94C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7AB401-27B1-4459-8033-ADE495ECD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39B70-EA91-4D1E-AD6F-9A1F4FF3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 descr="{&quot;templafy&quot;:{&quot;id&quot;:&quot;879ad7e6-7cb7-4494-9174-c3323cc290b2&quot;}}">
            <a:extLst>
              <a:ext uri="{FF2B5EF4-FFF2-40B4-BE49-F238E27FC236}">
                <a16:creationId xmlns:a16="http://schemas.microsoft.com/office/drawing/2014/main" id="{BB3C8683-B834-4D63-9D68-06A85DD6080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Dezember 2025</a:t>
            </a:r>
          </a:p>
        </p:txBody>
      </p:sp>
    </p:spTree>
    <p:extLst>
      <p:ext uri="{BB962C8B-B14F-4D97-AF65-F5344CB8AC3E}">
        <p14:creationId xmlns:p14="http://schemas.microsoft.com/office/powerpoint/2010/main" val="183720748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A27F37-4AAD-450C-8838-DE5B9F07D8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286A52-83BF-4684-B707-32690AD3C0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5666C-0F9A-44A4-B3AC-35B212491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 descr="{&quot;templafy&quot;:{&quot;id&quot;:&quot;9ce69437-fe7b-4dee-8cfc-9988023a4741&quot;}}">
            <a:extLst>
              <a:ext uri="{FF2B5EF4-FFF2-40B4-BE49-F238E27FC236}">
                <a16:creationId xmlns:a16="http://schemas.microsoft.com/office/drawing/2014/main" id="{D21A4773-433D-4BA4-8284-587A192E038E}"/>
              </a:ext>
            </a:extLst>
          </p:cNvPr>
          <p:cNvSpPr/>
          <p:nvPr userDrawn="1"/>
        </p:nvSpPr>
        <p:spPr>
          <a:xfrm>
            <a:off x="6804000" y="4770373"/>
            <a:ext cx="1177196" cy="1843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l"/>
            <a:r>
              <a:rPr lang="en-GB" sz="800">
                <a:solidFill>
                  <a:schemeClr val="tx1"/>
                </a:solidFill>
              </a:rPr>
              <a:t>Dezember 2025</a:t>
            </a:r>
          </a:p>
        </p:txBody>
      </p:sp>
    </p:spTree>
    <p:extLst>
      <p:ext uri="{BB962C8B-B14F-4D97-AF65-F5344CB8AC3E}">
        <p14:creationId xmlns:p14="http://schemas.microsoft.com/office/powerpoint/2010/main" val="851528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98526C4E-7639-88E6-EA4D-E7C5D11716BD}"/>
              </a:ext>
            </a:extLst>
          </p:cNvPr>
          <p:cNvGraphicFramePr>
            <a:graphicFrameLocks/>
          </p:cNvGraphicFramePr>
          <p:nvPr userDrawn="1">
            <p:custDataLst>
              <p:tags r:id="rId22"/>
            </p:custDataLst>
            <p:extLst>
              <p:ext uri="{D42A27DB-BD31-4B8C-83A1-F6EECF244321}">
                <p14:modId xmlns:p14="http://schemas.microsoft.com/office/powerpoint/2010/main" val="6545954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3" imgW="425" imgH="424" progId="TCLayout.ActiveDocument.1">
                  <p:embed/>
                </p:oleObj>
              </mc:Choice>
              <mc:Fallback>
                <p:oleObj name="think-cell Slide" r:id="rId23" imgW="425" imgH="424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526C4E-7639-88E6-EA4D-E7C5D11716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501321-794C-47B8-ABDC-7DAF88C9D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F94A2-50F8-430F-B46C-2D50472D7A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8775" y="1276350"/>
            <a:ext cx="8426450" cy="320357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CEDF7-309C-40F3-8700-9F4DBE766E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04000" y="4770375"/>
            <a:ext cx="1177196" cy="18433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D8FFC02-F414-406A-9AF9-AE6E7846E736}" type="datetime4">
              <a:rPr lang="en-GB" smtClean="0"/>
              <a:t>25 March 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B08D8-7EDB-4388-A7EE-8AB294EA78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9999" y="4770374"/>
            <a:ext cx="3086100" cy="18433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/>
              <a:t>Corporate Design - Power Point Master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6C2A0-BCAA-4FD2-BD67-F5225215B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1600" y="4767263"/>
            <a:ext cx="216000" cy="27384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ctr">
              <a:defRPr sz="800" spc="-30" baseline="0">
                <a:solidFill>
                  <a:schemeClr val="bg2"/>
                </a:solidFill>
              </a:defRPr>
            </a:lvl1pPr>
          </a:lstStyle>
          <a:p>
            <a:fld id="{7559FC98-AF75-4A00-A03C-DF9FEBF6BCB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037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88" r:id="rId2"/>
    <p:sldLayoutId id="2147483689" r:id="rId3"/>
    <p:sldLayoutId id="2147483677" r:id="rId4"/>
    <p:sldLayoutId id="2147483663" r:id="rId5"/>
    <p:sldLayoutId id="2147483686" r:id="rId6"/>
    <p:sldLayoutId id="2147483664" r:id="rId7"/>
    <p:sldLayoutId id="2147483662" r:id="rId8"/>
    <p:sldLayoutId id="2147483672" r:id="rId9"/>
    <p:sldLayoutId id="2147483673" r:id="rId10"/>
    <p:sldLayoutId id="2147483666" r:id="rId11"/>
    <p:sldLayoutId id="2147483680" r:id="rId12"/>
    <p:sldLayoutId id="2147483678" r:id="rId13"/>
    <p:sldLayoutId id="2147483679" r:id="rId14"/>
    <p:sldLayoutId id="2147483675" r:id="rId15"/>
    <p:sldLayoutId id="2147483683" r:id="rId16"/>
    <p:sldLayoutId id="2147483667" r:id="rId17"/>
    <p:sldLayoutId id="2147483681" r:id="rId18"/>
    <p:sldLayoutId id="2147483670" r:id="rId19"/>
    <p:sldLayoutId id="2147483671" r:id="rId20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‒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0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2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SzPct val="110000"/>
        <a:buFont typeface="Arial" panose="020B0604020202020204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003">
          <p15:clr>
            <a:srgbClr val="F26B43"/>
          </p15:clr>
        </p15:guide>
        <p15:guide id="3" pos="226">
          <p15:clr>
            <a:srgbClr val="F26B43"/>
          </p15:clr>
        </p15:guide>
        <p15:guide id="4" pos="5534">
          <p15:clr>
            <a:srgbClr val="F26B43"/>
          </p15:clr>
        </p15:guide>
        <p15:guide id="5" orient="horz" pos="237">
          <p15:clr>
            <a:srgbClr val="F26B43"/>
          </p15:clr>
        </p15:guide>
        <p15:guide id="6" orient="horz" pos="804" userDrawn="1">
          <p15:clr>
            <a:srgbClr val="F26B43"/>
          </p15:clr>
        </p15:guide>
        <p15:guide id="7" orient="horz" pos="2822">
          <p15:clr>
            <a:srgbClr val="F26B43"/>
          </p15:clr>
        </p15:guide>
        <p15:guide id="8" pos="2823">
          <p15:clr>
            <a:srgbClr val="F26B43"/>
          </p15:clr>
        </p15:guide>
        <p15:guide id="9" pos="2937">
          <p15:clr>
            <a:srgbClr val="F26B43"/>
          </p15:clr>
        </p15:guide>
        <p15:guide id="10" orient="horz" pos="4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customXml" Target="../../customXml/item11.xml"/><Relationship Id="rId1" Type="http://schemas.openxmlformats.org/officeDocument/2006/relationships/customXml" Target="../../customXml/item13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2.bin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oleObject" Target="../embeddings/oleObject3.bin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Relationship Id="rId5" Type="http://schemas.openxmlformats.org/officeDocument/2006/relationships/image" Target="../media/image9.png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2B148-A860-ECBA-2ED8-01762B022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3F70F8C0-1CD5-3F78-623F-DE23DD2564F6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7721136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25" imgH="424" progId="TCLayout.ActiveDocument.1">
                  <p:embed/>
                </p:oleObj>
              </mc:Choice>
              <mc:Fallback>
                <p:oleObj name="think-cell Slide" r:id="rId5" imgW="425" imgH="42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F70F8C0-1CD5-3F78-623F-DE23DD2564F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80DA267-FE76-AC4A-F116-66E2ADC2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15" y="1098178"/>
            <a:ext cx="7284821" cy="1792800"/>
          </a:xfrm>
        </p:spPr>
        <p:txBody>
          <a:bodyPr vert="horz" rIns="0"/>
          <a:lstStyle/>
          <a:p>
            <a:r>
              <a:rPr lang="en-US"/>
              <a:t>Population Aging and Bank Deposit Funding: The Role of Financial System Structure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B647C-51AF-7D10-406E-85F1508DE80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1027" y="3123868"/>
            <a:ext cx="3650486" cy="1356057"/>
          </a:xfrm>
        </p:spPr>
        <p:txBody>
          <a:bodyPr/>
          <a:lstStyle/>
          <a:p>
            <a:r>
              <a:rPr lang="en-GB"/>
              <a:t>St.Gallen, </a:t>
            </a:r>
            <a:r>
              <a:rPr lang="en-CH"/>
              <a:t>18th</a:t>
            </a:r>
            <a:r>
              <a:rPr lang="de-LI"/>
              <a:t> March 2026</a:t>
            </a:r>
            <a:endParaRPr lang="en-GB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598718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12818CC1-7600-82BC-5D72-A5A11C542DEB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643508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818CC1-7600-82BC-5D72-A5A11C542D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1D3D6CC-AA86-06C4-16EA-890367B90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</p:spPr>
        <p:txBody>
          <a:bodyPr vert="horz" rIns="0"/>
          <a:lstStyle/>
          <a:p>
            <a:r>
              <a:rPr lang="en-US">
                <a:ea typeface="+mj-lt"/>
                <a:cs typeface="+mj-lt"/>
              </a:rPr>
              <a:t>Data: EU28; Cluster: </a:t>
            </a:r>
            <a:r>
              <a:rPr lang="en-US" err="1">
                <a:ea typeface="+mj-lt"/>
                <a:cs typeface="+mj-lt"/>
              </a:rPr>
              <a:t>Country_Region</a:t>
            </a:r>
            <a:r>
              <a:rPr lang="en-US">
                <a:ea typeface="+mj-lt"/>
                <a:cs typeface="+mj-lt"/>
              </a:rPr>
              <a:t> (43)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8D8A80-B90A-B7C3-1CEF-FFEA6C7014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3DD4DB-4D9D-3D62-F176-96A7F08EC5AE}"/>
              </a:ext>
            </a:extLst>
          </p:cNvPr>
          <p:cNvSpPr txBox="1"/>
          <p:nvPr/>
        </p:nvSpPr>
        <p:spPr>
          <a:xfrm>
            <a:off x="358775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CF757B-F44B-54BE-B443-3FD30F746C33}"/>
              </a:ext>
            </a:extLst>
          </p:cNvPr>
          <p:cNvSpPr/>
          <p:nvPr/>
        </p:nvSpPr>
        <p:spPr>
          <a:xfrm>
            <a:off x="8820000" y="0"/>
            <a:ext cx="324000" cy="324000"/>
          </a:xfrm>
          <a:prstGeom prst="rect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LI" sz="1100"/>
              <a:t>5</a:t>
            </a:r>
            <a:endParaRPr lang="en-GB" sz="1100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7E82AFD0-A5D4-13B7-D86B-0862F39E5D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066" y="276635"/>
            <a:ext cx="1803534" cy="531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7C174C0-F745-E24E-7CAF-9D27553C58D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834" r="7533"/>
          <a:stretch>
            <a:fillRect/>
          </a:stretch>
        </p:blipFill>
        <p:spPr>
          <a:xfrm>
            <a:off x="356400" y="1183559"/>
            <a:ext cx="2480107" cy="36599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1718EFF-1F98-03B5-5493-69E098F5BDBA}"/>
              </a:ext>
            </a:extLst>
          </p:cNvPr>
          <p:cNvSpPr txBox="1"/>
          <p:nvPr/>
        </p:nvSpPr>
        <p:spPr>
          <a:xfrm>
            <a:off x="3325908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AF2596-7C23-6ADD-38D0-788180076783}"/>
              </a:ext>
            </a:extLst>
          </p:cNvPr>
          <p:cNvSpPr txBox="1"/>
          <p:nvPr/>
        </p:nvSpPr>
        <p:spPr>
          <a:xfrm>
            <a:off x="6342268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DD2E52E-8AF8-337B-F772-191F35E5D1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2790" y="1183559"/>
            <a:ext cx="2909860" cy="34049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1740601-2DC3-7B14-CFFC-5812F64A9DF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5893" y="1145445"/>
            <a:ext cx="2966107" cy="36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81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85A0A-B3D9-9400-61A5-355FE9782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E6FE0F7D-7B29-8314-474F-2D51A1EDF3C0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6FE0F7D-7B29-8314-474F-2D51A1EDF3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B6F8ABA-0C79-96A9-CCBB-836BC1C92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</p:spPr>
        <p:txBody>
          <a:bodyPr vert="horz" rIns="0"/>
          <a:lstStyle/>
          <a:p>
            <a:r>
              <a:rPr lang="en-US">
                <a:ea typeface="+mj-lt"/>
                <a:cs typeface="+mj-lt"/>
              </a:rPr>
              <a:t>Data: EU28 + OECD; Cluster: </a:t>
            </a:r>
            <a:r>
              <a:rPr lang="en-US" err="1">
                <a:ea typeface="+mj-lt"/>
                <a:cs typeface="+mj-lt"/>
              </a:rPr>
              <a:t>Country_Region</a:t>
            </a:r>
            <a:r>
              <a:rPr lang="en-US">
                <a:ea typeface="+mj-lt"/>
                <a:cs typeface="+mj-lt"/>
              </a:rPr>
              <a:t> (c. )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0586D5-9EDD-B7DC-D8A2-EAB748900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F3883D-1DFB-3DEE-9302-47579F5F03FE}"/>
              </a:ext>
            </a:extLst>
          </p:cNvPr>
          <p:cNvSpPr txBox="1"/>
          <p:nvPr/>
        </p:nvSpPr>
        <p:spPr>
          <a:xfrm>
            <a:off x="358775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36BDBA-90D9-83C8-1DEC-7A23D3E7F89B}"/>
              </a:ext>
            </a:extLst>
          </p:cNvPr>
          <p:cNvSpPr/>
          <p:nvPr/>
        </p:nvSpPr>
        <p:spPr>
          <a:xfrm>
            <a:off x="8820000" y="0"/>
            <a:ext cx="324000" cy="324000"/>
          </a:xfrm>
          <a:prstGeom prst="rect">
            <a:avLst/>
          </a:prstGeom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de-LI" sz="1100"/>
              <a:t>5</a:t>
            </a:r>
            <a:endParaRPr lang="en-GB" sz="1100"/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952EC605-A1AB-DF0D-9837-FEEE8F0750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6066" y="276635"/>
            <a:ext cx="1803534" cy="53109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74D8F0-979D-BEC5-4C05-7B77423D7C6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834" r="7533"/>
          <a:stretch>
            <a:fillRect/>
          </a:stretch>
        </p:blipFill>
        <p:spPr>
          <a:xfrm>
            <a:off x="356400" y="1183559"/>
            <a:ext cx="2480107" cy="365993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4BA1C1-8AD5-BD4D-4218-C86B5657EDE3}"/>
              </a:ext>
            </a:extLst>
          </p:cNvPr>
          <p:cNvSpPr txBox="1"/>
          <p:nvPr/>
        </p:nvSpPr>
        <p:spPr>
          <a:xfrm>
            <a:off x="3325908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9D8E3-6D89-3F70-5E6A-BB1680810052}"/>
              </a:ext>
            </a:extLst>
          </p:cNvPr>
          <p:cNvSpPr txBox="1"/>
          <p:nvPr/>
        </p:nvSpPr>
        <p:spPr>
          <a:xfrm>
            <a:off x="6342268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H3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77E8A27-16F9-D0E0-C3AD-500F739CA0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2790" y="1183559"/>
            <a:ext cx="2909860" cy="34049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105B46B-8FCE-AA30-4FCD-D6EDF884703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15893" y="1145445"/>
            <a:ext cx="2966107" cy="3659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576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E32068F-A2AB-B3B2-7D58-2B851CBF75E6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399073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E32068F-A2AB-B3B2-7D58-2B851CBF75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98CADDE-3A84-CC90-EBBD-0C3531D31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rIns="0"/>
          <a:lstStyle/>
          <a:p>
            <a:r>
              <a:rPr lang="en-GB"/>
              <a:t>NB Regressions below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1526AD-03D5-4E8B-76EC-B60E4F285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1703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9C93A-18D7-9B5B-8A54-5AC37A84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07F7AEE7-34C9-5B03-4E50-973A1CE2CB05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F7AEE7-34C9-5B03-4E50-973A1CE2CB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B30DD3F-C1DF-CC3F-1E41-010C8ADE5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</p:spPr>
        <p:txBody>
          <a:bodyPr vert="horz" rIns="0"/>
          <a:lstStyle/>
          <a:p>
            <a:r>
              <a:rPr lang="en-US">
                <a:ea typeface="+mj-lt"/>
                <a:cs typeface="+mj-lt"/>
              </a:rPr>
              <a:t>Only saving banks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025D7D-3B89-9BA7-C2C4-8BF0194B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9D68DB7-971E-FB7F-542F-378D0ED397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41" y="1244016"/>
            <a:ext cx="2374628" cy="33128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C3D122-F011-A86B-AB2B-77BD39E8EE85}"/>
              </a:ext>
            </a:extLst>
          </p:cNvPr>
          <p:cNvSpPr txBox="1"/>
          <p:nvPr/>
        </p:nvSpPr>
        <p:spPr>
          <a:xfrm>
            <a:off x="358775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E0F3EA-1AE3-CDB7-4BF0-84FFE0618F74}"/>
              </a:ext>
            </a:extLst>
          </p:cNvPr>
          <p:cNvSpPr txBox="1"/>
          <p:nvPr/>
        </p:nvSpPr>
        <p:spPr>
          <a:xfrm>
            <a:off x="3540513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5AC202-F1BC-AB4D-70DE-773A814C8952}"/>
              </a:ext>
            </a:extLst>
          </p:cNvPr>
          <p:cNvSpPr txBox="1"/>
          <p:nvPr/>
        </p:nvSpPr>
        <p:spPr>
          <a:xfrm>
            <a:off x="6342268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H3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2B8AA3-3711-3987-3F74-FE50563FE0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4276" y="1303597"/>
            <a:ext cx="2907567" cy="319370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5D9196B-BBDE-BD3A-CF22-728EBAB08F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6193" y="1317664"/>
            <a:ext cx="2409047" cy="31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15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AAFC5-60BF-A6A2-BD88-2DFCE0472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24085D42-8C3A-D0F0-D1C4-B7B57EA06624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4085D42-8C3A-D0F0-D1C4-B7B57EA06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655C3ED-9969-4F55-47C6-37E1DF06D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</p:spPr>
        <p:txBody>
          <a:bodyPr vert="horz" rIns="0"/>
          <a:lstStyle/>
          <a:p>
            <a:r>
              <a:rPr lang="en-US">
                <a:ea typeface="+mj-lt"/>
                <a:cs typeface="+mj-lt"/>
              </a:rPr>
              <a:t>Aggregated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DFAC4C-79C1-121B-1766-8155ECD62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6</a:t>
            </a:fld>
            <a:endParaRPr lang="en-GB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2DAB5C-72C3-FED6-8291-94AA02AE1D6B}"/>
              </a:ext>
            </a:extLst>
          </p:cNvPr>
          <p:cNvSpPr txBox="1"/>
          <p:nvPr/>
        </p:nvSpPr>
        <p:spPr>
          <a:xfrm>
            <a:off x="358775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5BF3EE2-D2E6-0F1F-42E6-BE7AE274AC2D}"/>
              </a:ext>
            </a:extLst>
          </p:cNvPr>
          <p:cNvSpPr txBox="1"/>
          <p:nvPr/>
        </p:nvSpPr>
        <p:spPr>
          <a:xfrm>
            <a:off x="3540513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8B3C92-15E6-F089-8E35-BCD1EEBAD395}"/>
              </a:ext>
            </a:extLst>
          </p:cNvPr>
          <p:cNvSpPr txBox="1"/>
          <p:nvPr/>
        </p:nvSpPr>
        <p:spPr>
          <a:xfrm>
            <a:off x="6342268" y="906560"/>
            <a:ext cx="2375094" cy="276999"/>
          </a:xfrm>
          <a:prstGeom prst="rect">
            <a:avLst/>
          </a:prstGeom>
          <a:solidFill>
            <a:srgbClr val="00802F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H" sz="1200">
                <a:solidFill>
                  <a:schemeClr val="bg1"/>
                </a:solidFill>
              </a:rPr>
              <a:t>H3</a:t>
            </a:r>
          </a:p>
        </p:txBody>
      </p:sp>
    </p:spTree>
    <p:extLst>
      <p:ext uri="{BB962C8B-B14F-4D97-AF65-F5344CB8AC3E}">
        <p14:creationId xmlns:p14="http://schemas.microsoft.com/office/powerpoint/2010/main" val="4171218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7E1DB-AC20-42CC-FB78-760CD31C8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CC97A69F-08E3-E999-13BC-0A181AE83B79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4" progId="TCLayout.ActiveDocument.1">
                  <p:embed/>
                </p:oleObj>
              </mc:Choice>
              <mc:Fallback>
                <p:oleObj name="think-cell Slide" r:id="rId3" imgW="425" imgH="424" progId="TCLayout.ActiveDocument.1">
                  <p:embed/>
                  <p:pic>
                    <p:nvPicPr>
                      <p:cNvPr id="1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C97A69F-08E3-E999-13BC-0A181AE83B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7D81FD0-D49E-305A-5AD8-3BF97963B1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5" y="376238"/>
            <a:ext cx="8426450" cy="609662"/>
          </a:xfrm>
        </p:spPr>
        <p:txBody>
          <a:bodyPr vert="horz" rIns="0"/>
          <a:lstStyle/>
          <a:p>
            <a:r>
              <a:rPr lang="en-US">
                <a:ea typeface="+mj-lt"/>
                <a:cs typeface="+mj-lt"/>
              </a:rPr>
              <a:t>Only saving banks: H2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4FC9E7-B8D2-FCD5-7492-C992AF660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59FC98-AF75-4A00-A03C-DF9FEBF6BCB9}" type="slidenum">
              <a:rPr lang="en-GB" smtClean="0"/>
              <a:t>7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02D9A9-4406-2D24-47F2-999DCF69B5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8217" y="974896"/>
            <a:ext cx="2907567" cy="3193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885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32687&quot;&gt;&lt;version val=&quot;38482&quot;/&gt;&lt;CPresentation id=&quot;1&quot;&gt;&lt;m_precDefaultOrdinal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Ordinal&gt;&lt;m_precDefaultNumber&gt;&lt;m_bNumberIsYear val=&quot;1&quot;/&gt;&lt;m_chMinusSymbol&gt;-&lt;/m_chMinusSymbol&gt;&lt;m_chDecimalSymbol17909&gt;.&lt;/m_chDecimalSymbol17909&gt;&lt;m_nGroupingDigits17909 val=&quot;3&quot;/&gt;&lt;m_chGroupingSymbol17909&gt;’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’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UNISG PPT">
  <a:themeElements>
    <a:clrScheme name="uni stgallen Colors">
      <a:dk1>
        <a:sysClr val="windowText" lastClr="000000"/>
      </a:dk1>
      <a:lt1>
        <a:sysClr val="window" lastClr="FFFFFF"/>
      </a:lt1>
      <a:dk2>
        <a:srgbClr val="0A5F2D"/>
      </a:dk2>
      <a:lt2>
        <a:srgbClr val="FFFFFF"/>
      </a:lt2>
      <a:accent1>
        <a:srgbClr val="00802F"/>
      </a:accent1>
      <a:accent2>
        <a:srgbClr val="E1D7C3"/>
      </a:accent2>
      <a:accent3>
        <a:srgbClr val="EB6969"/>
      </a:accent3>
      <a:accent4>
        <a:srgbClr val="73A5AF"/>
      </a:accent4>
      <a:accent5>
        <a:srgbClr val="FFF04B"/>
      </a:accent5>
      <a:accent6>
        <a:srgbClr val="0A5F2D"/>
      </a:accent6>
      <a:hlink>
        <a:srgbClr val="00802F"/>
      </a:hlink>
      <a:folHlink>
        <a:srgbClr val="0A5F2D"/>
      </a:folHlink>
    </a:clrScheme>
    <a:fontScheme name="uni stgallen Fonts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_stgallen_master_01.potx" id="{30835CC8-2B5A-4E70-B341-DDAB901ED00B}" vid="{29D780FA-9373-4C8E-8A10-29358CDEA5B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1870F55-7693-4BED-BB93-08298D6C04B0}">
  <we:reference id="94886107-76f9-4f92-aa81-ee726374f3e7" version="1.0.0.7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_rels/item1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2.xml"/></Relationships>
</file>

<file path=customXml/_rels/item1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7c8a24f-8b40-44ca-950f-ae5db2c4fa23">
      <Terms xmlns="http://schemas.microsoft.com/office/infopath/2007/PartnerControls"/>
    </lcf76f155ced4ddcb4097134ff3c332f>
    <TaxCatchAll xmlns="71d337dc-809a-4269-a690-d6cd31b4acd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TemplafySlideFormConfiguration><![CDATA[{"formFields":[],"formDataEntries":[]}]]></TemplafySlideFormConfiguration>
</file>

<file path=customXml/item4.xml><?xml version="1.0" encoding="utf-8"?>
<TemplafySlideFormConfiguration><![CDATA[{"formFields":[],"formDataEntries":[]}]]></TemplafySlide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C2EED3AEDAB24AB48AF05A7A255DF4" ma:contentTypeVersion="21" ma:contentTypeDescription="Create a new document." ma:contentTypeScope="" ma:versionID="274d9017fadbcc8b67afbe4b22a55600">
  <xsd:schema xmlns:xsd="http://www.w3.org/2001/XMLSchema" xmlns:xs="http://www.w3.org/2001/XMLSchema" xmlns:p="http://schemas.microsoft.com/office/2006/metadata/properties" xmlns:ns2="07c8a24f-8b40-44ca-950f-ae5db2c4fa23" xmlns:ns3="71d337dc-809a-4269-a690-d6cd31b4acd0" targetNamespace="http://schemas.microsoft.com/office/2006/metadata/properties" ma:root="true" ma:fieldsID="0b58614a3de855f8a451fa93eb2e43b4" ns2:_="" ns3:_="">
    <xsd:import namespace="07c8a24f-8b40-44ca-950f-ae5db2c4fa23"/>
    <xsd:import namespace="71d337dc-809a-4269-a690-d6cd31b4ac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c8a24f-8b40-44ca-950f-ae5db2c4fa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9a650111-7fb8-408c-8449-112adb6e2e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d337dc-809a-4269-a690-d6cd31b4acd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8f3f5698-4e7b-49a9-bf00-a8b38c5133ff}" ma:internalName="TaxCatchAll" ma:showField="CatchAllData" ma:web="71d337dc-809a-4269-a690-d6cd31b4ac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TemplateConfiguration><![CDATA[{"elementsMetadata":[{"type":"shape","id":"8e687d5a-037f-4f24-a199-2d950c5df88f","elementConfiguration":{"binding":"{{FormatDateTime(Form.Date,Translate(\"DateFormat\"),DocumentLanguage)}}","type":"text","disableUpdates":false}},{"type":"shape","id":"8a58044d-47eb-4d6e-9ca4-af1763910190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6f8add69-85c2-40c7-9973-8bbd2effdf02","elementConfiguration":{"binding":"{{Form.Footer}}","type":"text","disableUpdates":false}},{"type":"shape","id":"41d8c364-9428-4db7-aa0c-4eaa985a9522","elementConfiguration":{"binding":"{{UserProfile.Department.DepartmentName}}","visibility":"{{IfElse(Form.FooterLogo, VisibilityType.Hidden,VisibilityType.Visible)}}","type":"text","disableUpdates":false}},{"type":"shape","id":"83a1c2a2-c5ce-461f-94a3-7bf4eb5a6a7a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6b7dbdc9-b930-48a1-b054-0486b079e669","elementConfiguration":{"binding":"{{UserProfile.Department.DepartmentName}} \n{{UserProfile.Department.DepartmentStreet}} {{UserProfile.Department.DepartmentStreetNumber}} \n{{UserProfile.Department.DepartmentPOBox}} {{UserProfile.Department.DepartmentCity}} \n{{UserProfile.Department.DepartmentCountry}} \n{{UserProfile.Department.DepartmentWebsite}}","type":"text","disableUpdates":false}},{"type":"shape","id":"5cce6515-ac04-4d9a-8376-12efa4e71373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72a3a3be-e050-47d5-94d9-e6cb5f8c7f03","elementConfiguration":{"binding":"{{FormatDateTime(Form.Date,Translate(\"DateFormat\"),DocumentLanguage)}}","type":"text","disableUpdates":false}},{"type":"shape","id":"77e1a5e9-b037-42ca-85a0-d5636c9ac5b3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8b77cfe1-601f-4616-9ce4-864cfa8534fd","elementConfiguration":{"binding":"{{Form.Footer}}","type":"text","disableUpdates":false}},{"type":"shape","id":"2f4be301-7db5-44d0-ae7c-4ec34c731e7b","elementConfiguration":{"binding":"{{UserProfile.Department.DepartmentName}}","visibility":"{{IfElse(Form.FooterLogo, VisibilityType.Hidden,VisibilityType.Visible)}}","type":"text","disableUpdates":false}},{"type":"shape","id":"51713646-4b5d-4189-98b0-0b0bb394ba3a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9ce69437-fe7b-4dee-8cfc-9988023a4741","elementConfiguration":{"binding":"{{FormatDateTime(Form.Date,Translate(\"DateFormat\"),DocumentLanguage)}}","type":"text","disableUpdates":false}},{"type":"shape","id":"e71f292f-c887-405d-8ce7-c2554695bcfc","elementConfiguration":{"width":"{{UserProfile.Department.REFDepartmentLogo.WidthPNGPPT}}","height":"{{UserProfile.Department.REFDepartmentLogo.HeightPNGPPT}}","image":"{{UserProfile.Department.REFDepartmentLogo.ImagePNG}}","type":"image","disableUpdates":false}},{"type":"shape","id":"a5b776ce-7578-4a04-b539-7870c0decfe5","elementConfiguration":{"binding":"{{FormatDateTime(Form.Date,Translate(\"DateFormat\"),DocumentLanguage)}}","type":"text","disableUpdates":false}},{"type":"shape","id":"a686ddd6-f847-45d7-8410-5ee4c6292e19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d6049c18-5439-4cb6-ba74-6982f0f3a19f","elementConfiguration":{"binding":"{{Form.Footer}}","type":"text","disableUpdates":false}},{"type":"shape","id":"0bfa71f2-5450-4936-a878-527a7ee69f0e","elementConfiguration":{"binding":"{{UserProfile.Department.DepartmentName}}","visibility":"{{IfElse(Form.FooterLogo, VisibilityType.Hidden,VisibilityType.Visible)}}","type":"text","disableUpdates":false}},{"type":"shape","id":"c0c6f633-ff8e-42d8-9a55-e82bd295c373","elementConfiguration":{"binding":"{{FormatDateTime(Form.Date,Translate(\"DateFormat\"),DocumentLanguage)}}","type":"text","disableUpdates":false}},{"type":"shape","id":"3be152c8-0b65-4297-9cb0-c63496367b51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48adc353-1a34-40df-b860-395e9b5f349d","elementConfiguration":{"binding":"{{Form.Footer}}","type":"text","disableUpdates":false}},{"type":"shape","id":"4780b9c7-75d7-49af-995d-3035d682835c","elementConfiguration":{"binding":"{{UserProfile.Department.DepartmentName}}","visibility":"{{IfElse(Form.FooterLogo, VisibilityType.Hidden,VisibilityType.Visible)}}","type":"text","disableUpdates":false}},{"type":"shape","id":"879ad7e6-7cb7-4494-9174-c3323cc290b2","elementConfiguration":{"binding":"{{FormatDateTime(Form.Date,Translate(\"DateFormat\"),DocumentLanguage)}}","type":"text","disableUpdates":false}},{"type":"shape","id":"422c643c-1be7-4851-a609-740cb9e3f0bf","elementConfiguration":{"binding":"{{FormatDateTime(Form.Date,Translate(\"DateFormat\"),DocumentLanguage)}}","type":"text","disableUpdates":false}},{"type":"shape","id":"82521580-3cb5-4a4b-8383-ffa8620c9e28","elementConfiguration":{"binding":"{{Form.Footer}}","type":"text","disableUpdates":false}},{"type":"shape","id":"98f65843-8754-4b5b-8931-09667ac59bb2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57fa69e2-e601-4bd0-9df7-d22060b419e4","elementConfiguration":{"binding":"{{UserProfile.Department.DepartmentName}}","visibility":"{{IfElse(Form.FooterLogo, VisibilityType.Hidden,VisibilityType.Visible)}}","type":"text","disableUpdates":false}},{"type":"shape","id":"c9dac91e-5ebd-45da-9bcc-81ff89bbac85","elementConfiguration":{"binding":"{{FormatDateTime(Form.Date,Translate(\"DateFormat\"),DocumentLanguage)}}","type":"text","disableUpdates":false}},{"type":"shape","id":"b3e9e11c-3587-4ed3-8daa-a5e24e1d55f2","elementConfiguration":{"width":"{{UserProfile.Department.REFDepartmentLogo.WidthPNGPPTFooter}}","height":"{{UserProfile.Department.REFDepartmentLogo.HeightPNGPPTFooter}}","image":"{{UserProfile.Department.REFDepartmentLogo.ImagePNG}}","visibility":"{{IfElse(Form.FooterLogo, VisibilityType.Visible,VisibilityType.Hidden)}}","type":"image","disableUpdates":false}},{"type":"shape","id":"3e52716e-0e5c-470b-b521-4ace67d1a08e","elementConfiguration":{"binding":"{{Form.Footer}}","type":"text","disableUpdates":false}},{"type":"shape","id":"0ff56024-4d1f-4773-bfc1-9ba6a6a51b39","elementConfiguration":{"binding":"{{UserProfile.Department.DepartmentName}}","visibility":"{{IfElse(Form.FooterLogo, VisibilityType.Hidden,VisibilityType.Visible)}}","type":"text","disableUpdates":false}}],"transformationConfigurations":[{"language":"{{UserProfile.DocumentLanguage.Language}}","disableUpdates":false,"type":"proofingLanguage"},{"propertyName":"creator","propertyValue":"{{UserProfile.FirstName}} {{UserProfile.LastName}}","disableUpdates":false,"type":"documentProperty"},{"propertyName":"title","propertyValue":"Presentation - University of St.Gallen","disableUpdates":false,"type":"documentProperty"}],"templateName":"UNISG Präsentation","templateDescription":"","enableDocumentContentUpdater":true,"version":"2.0"}]]></TemplafyTemplateConfiguration>
</file>

<file path=customXml/item7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6457","enableDocumentContentUpdater":tru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6457","enableDocumentContentUpdater":true,"version":"2.0"}]]></TemplafySlideTemplateConfiguration>
</file>

<file path=customXml/item10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6457","enableDocumentContentUpdater":true,"version":"2.0"}]]></TemplafySlideTemplateConfiguration>
</file>

<file path=customXml/item11.xml><?xml version="1.0" encoding="utf-8"?>
<TemplafySlideTemplateConfiguration><![CDATA[{"slideVersion":1,"isValidatorEnabled":false,"isLocked":false,"elementsMetadata":[{"type":"shape","elementConfiguration":{"width":"{{UserProfile.Department.REFDepartmentLogo.WidthPNGPPT}}","height":"{{UserProfile.Department.REFDepartmentLogo.HeightPNGPPT}}","image":"{{UserProfile.Department.REFDepartmentLogo.ImagePNG}}","type":"image","disableUpdates":false}}],"slideId":"637750113834106457","enableDocumentContentUpdater":true,"version":"2.0"}]]></TemplafySlideTemplateConfiguration>
</file>

<file path=customXml/item12.xml><?xml version="1.0" encoding="utf-8"?>
<TemplafyFormConfiguration><![CDATA[{"formFields":[{"required":true,"shareValue":false,"type":"datePicker","name":"Date","label":"Datum"},{"required":false,"placeholder":"","lines":1,"shareValue":false,"type":"textBox","name":"Footer","label":"Fusszeile"},{"defaultValue":{"fixedValue":true},"shareValue":false,"type":"checkBox","name":"FooterLogo","label":"mit Logo in der Fusszeile"}],"formDataEntries":[{"name":"Date","value":"GWQNnVvw4p+d5nt4iqNbow=="},{"name":"Footer","value":"iK6lkyMB5lod1GJZ+MBE/w=="},{"name":"FooterLogo","value":"iTzqZGj1P6MRGUQq8ahlhA=="}]}]]></TemplafyFormConfiguration>
</file>

<file path=customXml/item13.xml><?xml version="1.0" encoding="utf-8"?>
<TemplafySlideFormConfiguration><![CDATA[{"formFields":[],"formDataEntries":[]}]]></TemplafySlideFormConfiguration>
</file>

<file path=customXml/itemProps1.xml><?xml version="1.0" encoding="utf-8"?>
<ds:datastoreItem xmlns:ds="http://schemas.openxmlformats.org/officeDocument/2006/customXml" ds:itemID="{6567BD5C-CC0C-4648-BED2-6CE28F06E5A9}">
  <ds:schemaRefs>
    <ds:schemaRef ds:uri="07c8a24f-8b40-44ca-950f-ae5db2c4fa23"/>
    <ds:schemaRef ds:uri="71d337dc-809a-4269-a690-d6cd31b4acd0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D2A37DE-9640-4BAD-87EB-02349D3561C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42C9518-02C5-44C5-936D-37818F54ED8F}">
  <ds:schemaRefs/>
</ds:datastoreItem>
</file>

<file path=customXml/itemProps4.xml><?xml version="1.0" encoding="utf-8"?>
<ds:datastoreItem xmlns:ds="http://schemas.openxmlformats.org/officeDocument/2006/customXml" ds:itemID="{51F9F4EC-0D55-420E-9EF6-600F3B813EB2}">
  <ds:schemaRefs/>
</ds:datastoreItem>
</file>

<file path=customXml/itemProps5.xml><?xml version="1.0" encoding="utf-8"?>
<ds:datastoreItem xmlns:ds="http://schemas.openxmlformats.org/officeDocument/2006/customXml" ds:itemID="{329B48A9-5067-463C-80F4-7C90FDDEC242}">
  <ds:schemaRefs>
    <ds:schemaRef ds:uri="07c8a24f-8b40-44ca-950f-ae5db2c4fa23"/>
    <ds:schemaRef ds:uri="71d337dc-809a-4269-a690-d6cd31b4acd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DD23DDCC-ABAF-42D1-9CB2-07E72D883C32}">
  <ds:schemaRefs/>
</ds:datastoreItem>
</file>

<file path=customXml/itemProps7.xml><?xml version="1.0" encoding="utf-8"?>
<ds:datastoreItem xmlns:ds="http://schemas.openxmlformats.org/officeDocument/2006/customXml" ds:itemID="{90A0D668-02F7-4C0F-B900-C8DA45CD6AA2}">
  <ds:schemaRefs/>
</ds:datastoreItem>
</file>

<file path=customXml/itemProps8.xml><?xml version="1.0" encoding="utf-8"?>
<ds:datastoreItem xmlns:ds="http://schemas.openxmlformats.org/officeDocument/2006/customXml" ds:itemID="{8ABAA69F-E1CF-41AE-A1F9-8D12A8342B6D}">
  <ds:schemaRefs/>
</ds:datastoreItem>
</file>

<file path=customXml/itemProps9.xml><?xml version="1.0" encoding="utf-8"?>
<ds:datastoreItem xmlns:ds="http://schemas.openxmlformats.org/officeDocument/2006/customXml" ds:itemID="{CDD27D7A-B68E-4CC8-A5B1-C017E7D3BA55}">
  <ds:schemaRefs/>
</ds:datastoreItem>
</file>

<file path=customXml/itemProps10.xml><?xml version="1.0" encoding="utf-8"?>
<ds:datastoreItem xmlns:ds="http://schemas.openxmlformats.org/officeDocument/2006/customXml" ds:itemID="{71803AAE-554B-47CC-9B2C-DF1D62DAFF8A}">
  <ds:schemaRefs/>
</ds:datastoreItem>
</file>

<file path=customXml/itemProps11.xml><?xml version="1.0" encoding="utf-8"?>
<ds:datastoreItem xmlns:ds="http://schemas.openxmlformats.org/officeDocument/2006/customXml" ds:itemID="{9F4CC4C9-BB74-44FC-A406-BC7313C6CC46}">
  <ds:schemaRefs/>
</ds:datastoreItem>
</file>

<file path=customXml/itemProps12.xml><?xml version="1.0" encoding="utf-8"?>
<ds:datastoreItem xmlns:ds="http://schemas.openxmlformats.org/officeDocument/2006/customXml" ds:itemID="{9BA6235D-7E1A-4B9C-ADE5-24E162A87D03}">
  <ds:schemaRefs/>
</ds:datastoreItem>
</file>

<file path=customXml/itemProps13.xml><?xml version="1.0" encoding="utf-8"?>
<ds:datastoreItem xmlns:ds="http://schemas.openxmlformats.org/officeDocument/2006/customXml" ds:itemID="{EEC5A0E2-D785-49C7-B13F-357B56B3232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uni_stgallen_master_01</Template>
  <TotalTime>0</TotalTime>
  <Application>Microsoft Office PowerPoint</Application>
  <PresentationFormat>On-screen Show (16:9)</PresentationFormat>
  <Slides>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UNISG PPT</vt:lpstr>
      <vt:lpstr>Population Aging and Bank Deposit Funding: The Role of Financial System Structure</vt:lpstr>
      <vt:lpstr>Data: EU28; Cluster: Country_Region (43)</vt:lpstr>
      <vt:lpstr>Data: EU28 + OECD; Cluster: Country_Region (c. )</vt:lpstr>
      <vt:lpstr>NB Regressions below</vt:lpstr>
      <vt:lpstr>Only saving banks</vt:lpstr>
      <vt:lpstr>Aggregated</vt:lpstr>
      <vt:lpstr>Only saving banks: H2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University of St.Gallen</dc:title>
  <dc:creator>Noel Bruehlmann</dc:creator>
  <cp:revision>1</cp:revision>
  <dcterms:created xsi:type="dcterms:W3CDTF">2025-10-02T15:41:57Z</dcterms:created>
  <dcterms:modified xsi:type="dcterms:W3CDTF">2026-03-25T10:31:45Z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0x01010034C2EED3AEDAB24AB48AF05A7A255DF4</vt:lpwstr>
  </property>
  <property fmtid="{D5CDD505-2E9C-101B-9397-08002B2CF9AE}" pid="3" name="MediaServiceImageTags">
    <vt:lpwstr/>
  </property>
  <property fmtid="{D5CDD505-2E9C-101B-9397-08002B2CF9AE}" pid="4" name="TemplafyTimeStamp">
    <vt:lpwstr>2024-03-11T15:36:41</vt:lpwstr>
  </property>
  <property fmtid="{D5CDD505-2E9C-101B-9397-08002B2CF9AE}" pid="5" name="TemplafyTenantId">
    <vt:lpwstr>unisg</vt:lpwstr>
  </property>
  <property fmtid="{D5CDD505-2E9C-101B-9397-08002B2CF9AE}" pid="6" name="TemplafyTemplateId">
    <vt:lpwstr>637700762909751978</vt:lpwstr>
  </property>
  <property fmtid="{D5CDD505-2E9C-101B-9397-08002B2CF9AE}" pid="7" name="TemplafyUserProfileId">
    <vt:lpwstr>1044471381414641664</vt:lpwstr>
  </property>
  <property fmtid="{D5CDD505-2E9C-101B-9397-08002B2CF9AE}" pid="8" name="TemplafyLanguageCode">
    <vt:lpwstr>en-GB</vt:lpwstr>
  </property>
  <property fmtid="{D5CDD505-2E9C-101B-9397-08002B2CF9AE}" pid="9" name="TemplafyFromBlank">
    <vt:bool>false</vt:bool>
  </property>
</Properties>
</file>